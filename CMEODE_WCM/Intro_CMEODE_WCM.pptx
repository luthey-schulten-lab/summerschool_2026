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938" r:id="rId2"/>
    <p:sldId id="1004" r:id="rId3"/>
    <p:sldId id="968" r:id="rId4"/>
    <p:sldId id="984" r:id="rId5"/>
    <p:sldId id="950" r:id="rId6"/>
    <p:sldId id="989" r:id="rId7"/>
    <p:sldId id="956" r:id="rId8"/>
    <p:sldId id="1003" r:id="rId9"/>
    <p:sldId id="972" r:id="rId10"/>
    <p:sldId id="95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1C1"/>
    <a:srgbClr val="E7BDE7"/>
    <a:srgbClr val="9F9F48"/>
    <a:srgbClr val="FF5F05"/>
    <a:srgbClr val="FBB24D"/>
    <a:srgbClr val="13294B"/>
    <a:srgbClr val="A9D8E5"/>
    <a:srgbClr val="DF865B"/>
    <a:srgbClr val="FCB315"/>
    <a:srgbClr val="C8411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0AAB4-C5D0-DD42-9639-B520C204F2B0}" v="7" dt="2026-07-15T14:05:32.8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495"/>
    <p:restoredTop sz="77994"/>
  </p:normalViewPr>
  <p:slideViewPr>
    <p:cSldViewPr snapToGrid="0">
      <p:cViewPr varScale="1">
        <p:scale>
          <a:sx n="96" d="100"/>
          <a:sy n="96" d="100"/>
        </p:scale>
        <p:origin x="1168" y="16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u, Enguang" userId="0a9dcee4-6405-40fd-bb42-dd19fc94bec1" providerId="ADAL" clId="{99BB30A2-A68E-5ADC-81F2-9BE516471D48}"/>
    <pc:docChg chg="undo custSel addSld delSld modSld sldOrd">
      <pc:chgData name="Fu, Enguang" userId="0a9dcee4-6405-40fd-bb42-dd19fc94bec1" providerId="ADAL" clId="{99BB30A2-A68E-5ADC-81F2-9BE516471D48}" dt="2026-07-16T01:19:52.636" v="51224" actId="1076"/>
      <pc:docMkLst>
        <pc:docMk/>
      </pc:docMkLst>
      <pc:sldChg chg="addSp delSp modSp mod modNotesTx">
        <pc:chgData name="Fu, Enguang" userId="0a9dcee4-6405-40fd-bb42-dd19fc94bec1" providerId="ADAL" clId="{99BB30A2-A68E-5ADC-81F2-9BE516471D48}" dt="2026-07-16T01:10:56.723" v="51209" actId="20577"/>
        <pc:sldMkLst>
          <pc:docMk/>
          <pc:sldMk cId="666173409" sldId="938"/>
        </pc:sldMkLst>
        <pc:spChg chg="mod">
          <ac:chgData name="Fu, Enguang" userId="0a9dcee4-6405-40fd-bb42-dd19fc94bec1" providerId="ADAL" clId="{99BB30A2-A68E-5ADC-81F2-9BE516471D48}" dt="2026-07-16T01:10:56.723" v="51209" actId="20577"/>
          <ac:spMkLst>
            <pc:docMk/>
            <pc:sldMk cId="666173409" sldId="938"/>
            <ac:spMk id="7" creationId="{786FF6C4-436B-F617-1ABF-A934CB3481EB}"/>
          </ac:spMkLst>
        </pc:spChg>
        <pc:spChg chg="mod">
          <ac:chgData name="Fu, Enguang" userId="0a9dcee4-6405-40fd-bb42-dd19fc94bec1" providerId="ADAL" clId="{99BB30A2-A68E-5ADC-81F2-9BE516471D48}" dt="2026-07-10T20:27:01.734" v="50947" actId="20577"/>
          <ac:spMkLst>
            <pc:docMk/>
            <pc:sldMk cId="666173409" sldId="938"/>
            <ac:spMk id="8" creationId="{943A6F0C-1D7D-31EE-8001-D00DD599665B}"/>
          </ac:spMkLst>
        </pc:spChg>
      </pc:sldChg>
      <pc:sldChg chg="modSp mod ord">
        <pc:chgData name="Fu, Enguang" userId="0a9dcee4-6405-40fd-bb42-dd19fc94bec1" providerId="ADAL" clId="{99BB30A2-A68E-5ADC-81F2-9BE516471D48}" dt="2026-07-16T01:19:52.636" v="51224" actId="1076"/>
        <pc:sldMkLst>
          <pc:docMk/>
          <pc:sldMk cId="2892564550" sldId="956"/>
        </pc:sldMkLst>
        <pc:spChg chg="mod">
          <ac:chgData name="Fu, Enguang" userId="0a9dcee4-6405-40fd-bb42-dd19fc94bec1" providerId="ADAL" clId="{99BB30A2-A68E-5ADC-81F2-9BE516471D48}" dt="2026-07-16T01:19:52.636" v="51224" actId="1076"/>
          <ac:spMkLst>
            <pc:docMk/>
            <pc:sldMk cId="2892564550" sldId="956"/>
            <ac:spMk id="7" creationId="{C9AFD542-7C76-E2BC-9960-3FDA6461927F}"/>
          </ac:spMkLst>
        </pc:spChg>
      </pc:sldChg>
      <pc:sldChg chg="modSp mod">
        <pc:chgData name="Fu, Enguang" userId="0a9dcee4-6405-40fd-bb42-dd19fc94bec1" providerId="ADAL" clId="{99BB30A2-A68E-5ADC-81F2-9BE516471D48}" dt="2026-07-10T20:34:09.824" v="50967" actId="1076"/>
        <pc:sldMkLst>
          <pc:docMk/>
          <pc:sldMk cId="307109871" sldId="1003"/>
        </pc:sldMkLst>
        <pc:spChg chg="mod">
          <ac:chgData name="Fu, Enguang" userId="0a9dcee4-6405-40fd-bb42-dd19fc94bec1" providerId="ADAL" clId="{99BB30A2-A68E-5ADC-81F2-9BE516471D48}" dt="2026-07-10T20:34:09.824" v="50967" actId="1076"/>
          <ac:spMkLst>
            <pc:docMk/>
            <pc:sldMk cId="307109871" sldId="1003"/>
            <ac:spMk id="27" creationId="{34DFD1EE-4AC2-53A1-6463-C39EFEA162D9}"/>
          </ac:spMkLst>
        </pc:spChg>
      </pc:sldChg>
      <pc:sldChg chg="addSp delSp modSp add mod delAnim">
        <pc:chgData name="Fu, Enguang" userId="0a9dcee4-6405-40fd-bb42-dd19fc94bec1" providerId="ADAL" clId="{99BB30A2-A68E-5ADC-81F2-9BE516471D48}" dt="2026-07-15T14:06:50.989" v="51190" actId="20577"/>
        <pc:sldMkLst>
          <pc:docMk/>
          <pc:sldMk cId="165411511" sldId="1004"/>
        </pc:sldMkLst>
        <pc:spChg chg="mod">
          <ac:chgData name="Fu, Enguang" userId="0a9dcee4-6405-40fd-bb42-dd19fc94bec1" providerId="ADAL" clId="{99BB30A2-A68E-5ADC-81F2-9BE516471D48}" dt="2026-07-15T14:02:55.308" v="51000" actId="20577"/>
          <ac:spMkLst>
            <pc:docMk/>
            <pc:sldMk cId="165411511" sldId="1004"/>
            <ac:spMk id="2" creationId="{A99E026E-5ED6-B97A-F535-80BDF04B4078}"/>
          </ac:spMkLst>
        </pc:spChg>
        <pc:spChg chg="del">
          <ac:chgData name="Fu, Enguang" userId="0a9dcee4-6405-40fd-bb42-dd19fc94bec1" providerId="ADAL" clId="{99BB30A2-A68E-5ADC-81F2-9BE516471D48}" dt="2026-07-15T14:02:44.616" v="50970" actId="478"/>
          <ac:spMkLst>
            <pc:docMk/>
            <pc:sldMk cId="165411511" sldId="1004"/>
            <ac:spMk id="5" creationId="{22C56B3A-727D-07CB-071A-560DD67AC67D}"/>
          </ac:spMkLst>
        </pc:spChg>
        <pc:spChg chg="del">
          <ac:chgData name="Fu, Enguang" userId="0a9dcee4-6405-40fd-bb42-dd19fc94bec1" providerId="ADAL" clId="{99BB30A2-A68E-5ADC-81F2-9BE516471D48}" dt="2026-07-15T14:02:44.616" v="50970" actId="478"/>
          <ac:spMkLst>
            <pc:docMk/>
            <pc:sldMk cId="165411511" sldId="1004"/>
            <ac:spMk id="6" creationId="{32ACEA82-537A-14F5-9156-F1743D65AC02}"/>
          </ac:spMkLst>
        </pc:spChg>
        <pc:spChg chg="del">
          <ac:chgData name="Fu, Enguang" userId="0a9dcee4-6405-40fd-bb42-dd19fc94bec1" providerId="ADAL" clId="{99BB30A2-A68E-5ADC-81F2-9BE516471D48}" dt="2026-07-15T14:02:44.616" v="50970" actId="478"/>
          <ac:spMkLst>
            <pc:docMk/>
            <pc:sldMk cId="165411511" sldId="1004"/>
            <ac:spMk id="7" creationId="{32B8E6E3-C8A3-B367-5B48-B96A971ECA24}"/>
          </ac:spMkLst>
        </pc:spChg>
        <pc:spChg chg="add mod">
          <ac:chgData name="Fu, Enguang" userId="0a9dcee4-6405-40fd-bb42-dd19fc94bec1" providerId="ADAL" clId="{99BB30A2-A68E-5ADC-81F2-9BE516471D48}" dt="2026-07-15T14:06:46.710" v="51187" actId="20577"/>
          <ac:spMkLst>
            <pc:docMk/>
            <pc:sldMk cId="165411511" sldId="1004"/>
            <ac:spMk id="10" creationId="{C64B5941-FFB2-08A8-CF4C-BEBEF417A0F1}"/>
          </ac:spMkLst>
        </pc:spChg>
        <pc:spChg chg="del">
          <ac:chgData name="Fu, Enguang" userId="0a9dcee4-6405-40fd-bb42-dd19fc94bec1" providerId="ADAL" clId="{99BB30A2-A68E-5ADC-81F2-9BE516471D48}" dt="2026-07-15T14:02:44.616" v="50970" actId="478"/>
          <ac:spMkLst>
            <pc:docMk/>
            <pc:sldMk cId="165411511" sldId="1004"/>
            <ac:spMk id="11" creationId="{368DF567-94ED-4953-B9D8-BD7AC7B7DD59}"/>
          </ac:spMkLst>
        </pc:spChg>
        <pc:spChg chg="add mod">
          <ac:chgData name="Fu, Enguang" userId="0a9dcee4-6405-40fd-bb42-dd19fc94bec1" providerId="ADAL" clId="{99BB30A2-A68E-5ADC-81F2-9BE516471D48}" dt="2026-07-15T14:06:50.989" v="51190" actId="20577"/>
          <ac:spMkLst>
            <pc:docMk/>
            <pc:sldMk cId="165411511" sldId="1004"/>
            <ac:spMk id="12" creationId="{82DEDF9D-D072-C1CD-0705-410B0BF0B383}"/>
          </ac:spMkLst>
        </pc:spChg>
        <pc:spChg chg="del">
          <ac:chgData name="Fu, Enguang" userId="0a9dcee4-6405-40fd-bb42-dd19fc94bec1" providerId="ADAL" clId="{99BB30A2-A68E-5ADC-81F2-9BE516471D48}" dt="2026-07-15T14:02:44.616" v="50970" actId="478"/>
          <ac:spMkLst>
            <pc:docMk/>
            <pc:sldMk cId="165411511" sldId="1004"/>
            <ac:spMk id="13" creationId="{3E877E4D-C2AA-E3ED-3B56-DF94321BE982}"/>
          </ac:spMkLst>
        </pc:spChg>
        <pc:spChg chg="del">
          <ac:chgData name="Fu, Enguang" userId="0a9dcee4-6405-40fd-bb42-dd19fc94bec1" providerId="ADAL" clId="{99BB30A2-A68E-5ADC-81F2-9BE516471D48}" dt="2026-07-15T14:02:44.616" v="50970" actId="478"/>
          <ac:spMkLst>
            <pc:docMk/>
            <pc:sldMk cId="165411511" sldId="1004"/>
            <ac:spMk id="15" creationId="{73815823-FD8F-4BA7-837A-43F8B2016404}"/>
          </ac:spMkLst>
        </pc:spChg>
        <pc:spChg chg="del">
          <ac:chgData name="Fu, Enguang" userId="0a9dcee4-6405-40fd-bb42-dd19fc94bec1" providerId="ADAL" clId="{99BB30A2-A68E-5ADC-81F2-9BE516471D48}" dt="2026-07-15T14:02:44.616" v="50970" actId="478"/>
          <ac:spMkLst>
            <pc:docMk/>
            <pc:sldMk cId="165411511" sldId="1004"/>
            <ac:spMk id="22" creationId="{2A319216-72CA-1ECD-C092-4D4908BBE7A1}"/>
          </ac:spMkLst>
        </pc:spChg>
        <pc:picChg chg="del">
          <ac:chgData name="Fu, Enguang" userId="0a9dcee4-6405-40fd-bb42-dd19fc94bec1" providerId="ADAL" clId="{99BB30A2-A68E-5ADC-81F2-9BE516471D48}" dt="2026-07-15T14:02:44.616" v="50970" actId="478"/>
          <ac:picMkLst>
            <pc:docMk/>
            <pc:sldMk cId="165411511" sldId="1004"/>
            <ac:picMk id="8" creationId="{FE07F181-C412-D510-A112-DB6BAF937F09}"/>
          </ac:picMkLst>
        </pc:picChg>
        <pc:picChg chg="add mod">
          <ac:chgData name="Fu, Enguang" userId="0a9dcee4-6405-40fd-bb42-dd19fc94bec1" providerId="ADAL" clId="{99BB30A2-A68E-5ADC-81F2-9BE516471D48}" dt="2026-07-15T14:06:24.800" v="51182" actId="1076"/>
          <ac:picMkLst>
            <pc:docMk/>
            <pc:sldMk cId="165411511" sldId="1004"/>
            <ac:picMk id="9" creationId="{2428FD42-F693-172E-490D-4BFDA789E3F5}"/>
          </ac:picMkLst>
        </pc:picChg>
        <pc:cxnChg chg="del">
          <ac:chgData name="Fu, Enguang" userId="0a9dcee4-6405-40fd-bb42-dd19fc94bec1" providerId="ADAL" clId="{99BB30A2-A68E-5ADC-81F2-9BE516471D48}" dt="2026-07-15T14:02:44.616" v="50970" actId="478"/>
          <ac:cxnSpMkLst>
            <pc:docMk/>
            <pc:sldMk cId="165411511" sldId="1004"/>
            <ac:cxnSpMk id="17" creationId="{BB9CC6E4-3F7C-E146-01E7-3E20174E2ACB}"/>
          </ac:cxnSpMkLst>
        </pc:cxnChg>
      </pc:sldChg>
      <pc:sldChg chg="add del">
        <pc:chgData name="Fu, Enguang" userId="0a9dcee4-6405-40fd-bb42-dd19fc94bec1" providerId="ADAL" clId="{99BB30A2-A68E-5ADC-81F2-9BE516471D48}" dt="2026-07-15T14:04:41.009" v="51004"/>
        <pc:sldMkLst>
          <pc:docMk/>
          <pc:sldMk cId="866364610" sldId="1005"/>
        </pc:sldMkLst>
      </pc:sldChg>
      <pc:sldChg chg="add del">
        <pc:chgData name="Fu, Enguang" userId="0a9dcee4-6405-40fd-bb42-dd19fc94bec1" providerId="ADAL" clId="{99BB30A2-A68E-5ADC-81F2-9BE516471D48}" dt="2026-07-15T14:04:35.738" v="51002"/>
        <pc:sldMkLst>
          <pc:docMk/>
          <pc:sldMk cId="4152128446" sldId="100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E1E9AA-346A-B3D9-794E-D00029D397C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0F56AFA-A4B7-7466-6AF7-3B946230D3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E4678F-55F8-4A98-B438-1921114C3F78}" type="datetimeFigureOut">
              <a:rPr lang="en-US" smtClean="0"/>
              <a:t>7/15/26</a:t>
            </a:fld>
            <a:endParaRPr lang="en-US"/>
          </a:p>
        </p:txBody>
      </p:sp>
      <p:sp>
        <p:nvSpPr>
          <p:cNvPr id="4" name="Footer Placeholder 3">
            <a:extLst>
              <a:ext uri="{FF2B5EF4-FFF2-40B4-BE49-F238E27FC236}">
                <a16:creationId xmlns:a16="http://schemas.microsoft.com/office/drawing/2014/main" id="{30ABE0AD-401D-551F-84BA-B7639FBB7EB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4A98A03-EC06-4230-C305-6B23873923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6E4B95-DB27-469E-87AB-81525EE3E583}" type="slidenum">
              <a:rPr lang="en-US" smtClean="0"/>
              <a:t>‹#›</a:t>
            </a:fld>
            <a:endParaRPr lang="en-US"/>
          </a:p>
        </p:txBody>
      </p:sp>
    </p:spTree>
    <p:extLst>
      <p:ext uri="{BB962C8B-B14F-4D97-AF65-F5344CB8AC3E}">
        <p14:creationId xmlns:p14="http://schemas.microsoft.com/office/powerpoint/2010/main" val="21716172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260D9-9A89-466D-AB9E-AB8EEEC5B27F}" type="datetimeFigureOut">
              <a:rPr lang="en-US" smtClean="0"/>
              <a:t>7/15/26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6F0D5-1438-4C96-931F-854E0BFC2CD2}" type="slidenum">
              <a:rPr lang="en-US" smtClean="0"/>
              <a:t>‹#›</a:t>
            </a:fld>
            <a:endParaRPr lang="en-US"/>
          </a:p>
        </p:txBody>
      </p:sp>
    </p:spTree>
    <p:extLst>
      <p:ext uri="{BB962C8B-B14F-4D97-AF65-F5344CB8AC3E}">
        <p14:creationId xmlns:p14="http://schemas.microsoft.com/office/powerpoint/2010/main" val="158747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github.com/Luthey-Schulten-Lab/SummerSchool_2025/tree/main/CME/WCM#user-content-fn-bianchi_CMEODE-1c8afa88cdc6afd3f19c115a105b700c"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professors. Thank you and welcome you for attending my preliminary examination, titled Assembly of Macromolecular Complexes in the Whole-Cell Model of a Minimal Cell. I am in Physical Chemistry area, and my advisor is Prof. Zan </a:t>
            </a:r>
            <a:r>
              <a:rPr lang="en-US" dirty="0" err="1"/>
              <a:t>Luthey</a:t>
            </a:r>
            <a:r>
              <a:rPr lang="en-US" dirty="0"/>
              <a:t>-Schulten. My current work is funded by NSF Science and Technology Center for Quantitative Cell Biology, located at Beckman Institute.</a:t>
            </a:r>
          </a:p>
        </p:txBody>
      </p:sp>
      <p:sp>
        <p:nvSpPr>
          <p:cNvPr id="4" name="Slide Number Placeholder 3"/>
          <p:cNvSpPr>
            <a:spLocks noGrp="1"/>
          </p:cNvSpPr>
          <p:nvPr>
            <p:ph type="sldNum" sz="quarter" idx="5"/>
          </p:nvPr>
        </p:nvSpPr>
        <p:spPr/>
        <p:txBody>
          <a:bodyPr/>
          <a:lstStyle/>
          <a:p>
            <a:fld id="{B9C6F0D5-1438-4C96-931F-854E0BFC2CD2}" type="slidenum">
              <a:rPr lang="en-US" smtClean="0"/>
              <a:t>1</a:t>
            </a:fld>
            <a:endParaRPr lang="en-US"/>
          </a:p>
        </p:txBody>
      </p:sp>
    </p:spTree>
    <p:extLst>
      <p:ext uri="{BB962C8B-B14F-4D97-AF65-F5344CB8AC3E}">
        <p14:creationId xmlns:p14="http://schemas.microsoft.com/office/powerpoint/2010/main" val="272544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45654-8E79-8AC8-1F53-CBA7CE4F1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CD16A-49DF-D83C-B2F1-FA4711339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C12E3-AA2B-AAF7-27F6-66F7F5A991B3}"/>
              </a:ext>
            </a:extLst>
          </p:cNvPr>
          <p:cNvSpPr>
            <a:spLocks noGrp="1"/>
          </p:cNvSpPr>
          <p:nvPr>
            <p:ph type="body" idx="1"/>
          </p:nvPr>
        </p:nvSpPr>
        <p:spPr/>
        <p:txBody>
          <a:bodyPr/>
          <a:lstStyle/>
          <a:p>
            <a:r>
              <a:rPr lang="en-US" dirty="0"/>
              <a:t>A complete solution to a cell, the fundamental unit of life has been suggested by Francis Crick back in 1973. There, he stated that the structural, functional and mechanical studies of cellular molecules and processes would significantly contribute to this pursuit. Within the last decades, substantial developments have been made in cell biology. Cryo-electron microscopy and tomography disclose the structures of proteins and cellular compartments. The high throughput omics provide genome-scale measurements of DNAs, RNAs, proteins, and metabolites. Super resolution imaging and accumulated biochemical functional studies, such as </a:t>
            </a:r>
            <a:r>
              <a:rPr lang="en-US" dirty="0" err="1"/>
              <a:t>enzymatics</a:t>
            </a:r>
            <a:r>
              <a:rPr lang="en-US" dirty="0"/>
              <a:t> in BRENDA database allows us to depict the kinetics of cellular processes. Don’t even to mention the invention of bioinformatics, especially with the machine-learning approach, such as AlphaFold. </a:t>
            </a:r>
          </a:p>
          <a:p>
            <a:endParaRPr lang="en-US" dirty="0"/>
          </a:p>
          <a:p>
            <a:r>
              <a:rPr lang="en-US" dirty="0"/>
              <a:t>Whole-cell Modeling (WCM) integrates the experiment data and theory via simulation to connect the entire cell by mechanical processes, including gene expression, metabolism, and others, thus providing a complete solution to the cell. To simulate the entire cell, even for the small bacterial for hours to days to cover biologically significant events, coarse-graining of the cell is necessary because of its rich content. Thousands of gens, RNAs, proteins, adding up to billions of atoms in one cell. In our current implementation, each gene, RNA, and protein is represented as a single particle. Also, hybrid algorithms are used to efficiently simulate the stochastic gene expression and deterministic metabolism that simultaneously occur.</a:t>
            </a:r>
          </a:p>
        </p:txBody>
      </p:sp>
      <p:sp>
        <p:nvSpPr>
          <p:cNvPr id="4" name="Slide Number Placeholder 3">
            <a:extLst>
              <a:ext uri="{FF2B5EF4-FFF2-40B4-BE49-F238E27FC236}">
                <a16:creationId xmlns:a16="http://schemas.microsoft.com/office/drawing/2014/main" id="{4EB0CD56-407B-24D1-5419-0F32FAF7B80A}"/>
              </a:ext>
            </a:extLst>
          </p:cNvPr>
          <p:cNvSpPr>
            <a:spLocks noGrp="1"/>
          </p:cNvSpPr>
          <p:nvPr>
            <p:ph type="sldNum" sz="quarter" idx="5"/>
          </p:nvPr>
        </p:nvSpPr>
        <p:spPr/>
        <p:txBody>
          <a:bodyPr/>
          <a:lstStyle/>
          <a:p>
            <a:fld id="{B9C6F0D5-1438-4C96-931F-854E0BFC2CD2}" type="slidenum">
              <a:rPr lang="en-US" smtClean="0"/>
              <a:t>2</a:t>
            </a:fld>
            <a:endParaRPr lang="en-US"/>
          </a:p>
        </p:txBody>
      </p:sp>
    </p:spTree>
    <p:extLst>
      <p:ext uri="{BB962C8B-B14F-4D97-AF65-F5344CB8AC3E}">
        <p14:creationId xmlns:p14="http://schemas.microsoft.com/office/powerpoint/2010/main" val="32889166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solution to a cell, the fundamental unit of life has been suggested by Francis Crick back in 1973. There, he stated that the structural, functional and mechanical studies of cellular molecules and processes would significantly contribute to this pursuit. Within the last decades, substantial developments have been made in cell biology. Cryo-electron microscopy and tomography disclose the structures of proteins and cellular compartments. The high throughput omics provide genome-scale measurements of DNAs, RNAs, proteins, and metabolites. Super resolution imaging and accumulated biochemical functional studies, such as </a:t>
            </a:r>
            <a:r>
              <a:rPr lang="en-US" dirty="0" err="1"/>
              <a:t>enzymatics</a:t>
            </a:r>
            <a:r>
              <a:rPr lang="en-US" dirty="0"/>
              <a:t> in BRENDA database allows us to depict the kinetics of cellular processes. Don’t even to mention the invention of bioinformatics, especially with the machine-learning approach, such as AlphaFold. </a:t>
            </a:r>
          </a:p>
          <a:p>
            <a:endParaRPr lang="en-US" dirty="0"/>
          </a:p>
          <a:p>
            <a:r>
              <a:rPr lang="en-US" dirty="0"/>
              <a:t>Whole-cell Modeling (WCM) integrates the experiment data and theory via simulation to connect the entire cell by mechanical processes, including gene expression, metabolism, and others, thus providing a complete solution to the cell. To simulate the entire cell, even for the small bacterial for hours to days to cover biologically significant events, coarse-graining of the cell is necessary because of its rich content. Thousands of gens, RNAs, proteins, adding up to billions of atoms in one cell. In our current implementation, each gene, RNA, and protein is represented as a single particle. Also, hybrid algorithms are used to efficiently simulate the stochastic gene expression and deterministic metabolism that simultaneously occur.</a:t>
            </a:r>
          </a:p>
        </p:txBody>
      </p:sp>
      <p:sp>
        <p:nvSpPr>
          <p:cNvPr id="4" name="Slide Number Placeholder 3"/>
          <p:cNvSpPr>
            <a:spLocks noGrp="1"/>
          </p:cNvSpPr>
          <p:nvPr>
            <p:ph type="sldNum" sz="quarter" idx="5"/>
          </p:nvPr>
        </p:nvSpPr>
        <p:spPr/>
        <p:txBody>
          <a:bodyPr/>
          <a:lstStyle/>
          <a:p>
            <a:fld id="{B9C6F0D5-1438-4C96-931F-854E0BFC2CD2}" type="slidenum">
              <a:rPr lang="en-US" smtClean="0"/>
              <a:t>3</a:t>
            </a:fld>
            <a:endParaRPr lang="en-US"/>
          </a:p>
        </p:txBody>
      </p:sp>
    </p:spTree>
    <p:extLst>
      <p:ext uri="{BB962C8B-B14F-4D97-AF65-F5344CB8AC3E}">
        <p14:creationId xmlns:p14="http://schemas.microsoft.com/office/powerpoint/2010/main" val="1595411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JCVI-syn3A, the minimal cell is the product of the synthetic biology. Its minimal genome was reduced from parent organism Mycoplasma mycoides, which now encodes 452 proteins. Only roughly 90 out of these proteins remains unknown, the lowest percentage compared to other model organisms, including E. coli and B. subtilis.</a:t>
            </a:r>
          </a:p>
          <a:p>
            <a:endParaRPr lang="en-US" dirty="0"/>
          </a:p>
          <a:p>
            <a:r>
              <a:rPr lang="en-US" dirty="0"/>
              <a:t>Syn3A has a doubling time of ~2 </a:t>
            </a:r>
            <a:r>
              <a:rPr lang="en-US" dirty="0" err="1"/>
              <a:t>hr</a:t>
            </a:r>
            <a:r>
              <a:rPr lang="en-US" dirty="0"/>
              <a:t> in rich lab growth condition and consistently forms spherical cells of approximately 200 nm in radius. In the summer school organized in Beckman by STC-QCB, the students can even grow the minimal cell and measure the approximate doubling time by themselves.</a:t>
            </a:r>
          </a:p>
          <a:p>
            <a:endParaRPr lang="en-US" dirty="0"/>
          </a:p>
          <a:p>
            <a:r>
              <a:rPr lang="en-US" dirty="0"/>
              <a:t>In 1970s, Francis Crick proposed E Coli as the target organism </a:t>
            </a:r>
            <a:r>
              <a:rPr lang="en-US" altLang="zh-CN" dirty="0"/>
              <a:t>due to its smaller size, and the fact that many labs working on it. Under the same reasoning, we believe that S</a:t>
            </a:r>
            <a:r>
              <a:rPr lang="en-US" dirty="0"/>
              <a:t>yn3A is an excellent organism to model to study the fundamental rules of life.</a:t>
            </a:r>
          </a:p>
        </p:txBody>
      </p:sp>
      <p:sp>
        <p:nvSpPr>
          <p:cNvPr id="4" name="Slide Number Placeholder 3"/>
          <p:cNvSpPr>
            <a:spLocks noGrp="1"/>
          </p:cNvSpPr>
          <p:nvPr>
            <p:ph type="sldNum" sz="quarter" idx="5"/>
          </p:nvPr>
        </p:nvSpPr>
        <p:spPr/>
        <p:txBody>
          <a:bodyPr/>
          <a:lstStyle/>
          <a:p>
            <a:fld id="{B9C6F0D5-1438-4C96-931F-854E0BFC2CD2}" type="slidenum">
              <a:rPr lang="en-US" smtClean="0"/>
              <a:t>4</a:t>
            </a:fld>
            <a:endParaRPr lang="en-US"/>
          </a:p>
        </p:txBody>
      </p:sp>
    </p:spTree>
    <p:extLst>
      <p:ext uri="{BB962C8B-B14F-4D97-AF65-F5344CB8AC3E}">
        <p14:creationId xmlns:p14="http://schemas.microsoft.com/office/powerpoint/2010/main" val="2814612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With the collaboration with JCVI, our lab paced the voyage of modeling this synthetic minimized bacteria, JCVI-Syn3A back in 2016, starting from two important subsystems, stochastic gene expression and deterministic metabolism. Together with 3D spatial information, we simulated the minimal cell at a whole-cell scale for the first 20 mins in 2022 using hybrid stochastic-deterministic algorithms.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in 2025, we can simulate the entire cell cycle in 4D, 3D space and time to cover the entire cell cycle to demonstrate the full dynamics and partitioning of chromosomes during cell division.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Today, I want to focus on another important subsystem, which is the macromolecular complex formation.</a:t>
            </a:r>
          </a:p>
        </p:txBody>
      </p:sp>
      <p:sp>
        <p:nvSpPr>
          <p:cNvPr id="4" name="Slide Number Placeholder 3"/>
          <p:cNvSpPr>
            <a:spLocks noGrp="1"/>
          </p:cNvSpPr>
          <p:nvPr>
            <p:ph type="sldNum" sz="quarter" idx="5"/>
          </p:nvPr>
        </p:nvSpPr>
        <p:spPr/>
        <p:txBody>
          <a:bodyPr/>
          <a:lstStyle/>
          <a:p>
            <a:fld id="{B9C6F0D5-1438-4C96-931F-854E0BFC2CD2}" type="slidenum">
              <a:rPr lang="en-US" smtClean="0"/>
              <a:t>5</a:t>
            </a:fld>
            <a:endParaRPr lang="en-US"/>
          </a:p>
        </p:txBody>
      </p:sp>
    </p:spTree>
    <p:extLst>
      <p:ext uri="{BB962C8B-B14F-4D97-AF65-F5344CB8AC3E}">
        <p14:creationId xmlns:p14="http://schemas.microsoft.com/office/powerpoint/2010/main" val="3031748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summary of the cellular processes included in the WCM of Syn3A. The gene expression subsystem include chromosome replication initiation and replication, the transcription into RNAs, the translation from mRNAs into proteins, tRNA charging, and mRNA degradation. </a:t>
            </a:r>
          </a:p>
          <a:p>
            <a:endParaRPr lang="en-US" dirty="0"/>
          </a:p>
          <a:p>
            <a:r>
              <a:rPr lang="en-US" dirty="0"/>
              <a:t>Since Syn3A’s parent organism Mycoplasma mycoides is </a:t>
            </a:r>
            <a:r>
              <a:rPr lang="en-US" dirty="0">
                <a:effectLst/>
              </a:rPr>
              <a:t>parasitic and the genome reduction, </a:t>
            </a:r>
            <a:r>
              <a:rPr lang="en-US" dirty="0"/>
              <a:t>Syn3A relies heavily on the import of metabolic precursors from the growth media. Glucose is imported via </a:t>
            </a:r>
            <a:r>
              <a:rPr lang="en-US" dirty="0">
                <a:effectLst/>
              </a:rPr>
              <a:t>Phosphotransferase System into the glycolysis to produce ATPs. Nucleotide synthesis starts from the import of nucleosides by membrane transporters. Incorporation of lipids from media accounts for a large fraction of membrane lipids. (phosphatidylglycerol PG and cardiolipin CLPN are synthesized from imported fatty acid and glycerol. Cholesterol and sphingomyelin are imported from the media to the membrane.)</a:t>
            </a:r>
          </a:p>
          <a:p>
            <a:endParaRPr lang="en-US" dirty="0">
              <a:effectLst/>
            </a:endParaRPr>
          </a:p>
          <a:p>
            <a:r>
              <a:rPr lang="en-US" dirty="0">
                <a:effectLst/>
              </a:rPr>
              <a:t>The cell expands as the surface area increases with the biogenesis of membrane proteins and lipids. In the 4D WCM, we further incorporate the diffusion of particles and Brownian dynamics of chromosomes.</a:t>
            </a:r>
            <a:endParaRPr lang="en-US" dirty="0"/>
          </a:p>
        </p:txBody>
      </p:sp>
      <p:sp>
        <p:nvSpPr>
          <p:cNvPr id="4" name="Slide Number Placeholder 3"/>
          <p:cNvSpPr>
            <a:spLocks noGrp="1"/>
          </p:cNvSpPr>
          <p:nvPr>
            <p:ph type="sldNum" sz="quarter" idx="5"/>
          </p:nvPr>
        </p:nvSpPr>
        <p:spPr/>
        <p:txBody>
          <a:bodyPr/>
          <a:lstStyle/>
          <a:p>
            <a:fld id="{B9C6F0D5-1438-4C96-931F-854E0BFC2CD2}" type="slidenum">
              <a:rPr lang="en-US" smtClean="0"/>
              <a:t>6</a:t>
            </a:fld>
            <a:endParaRPr lang="en-US"/>
          </a:p>
        </p:txBody>
      </p:sp>
    </p:spTree>
    <p:extLst>
      <p:ext uri="{BB962C8B-B14F-4D97-AF65-F5344CB8AC3E}">
        <p14:creationId xmlns:p14="http://schemas.microsoft.com/office/powerpoint/2010/main" val="546822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effectLst/>
                  </a:rPr>
                  <a:t>To simulate the </a:t>
                </a:r>
                <a:r>
                  <a:rPr lang="en-US" b="1" dirty="0">
                    <a:effectLst/>
                  </a:rPr>
                  <a:t>co-evolution</a:t>
                </a:r>
                <a:r>
                  <a:rPr lang="en-US" dirty="0">
                    <a:effectLst/>
                  </a:rPr>
                  <a:t> of stochastic gene expression, complex formation and deterministic metabolism, we perform</a:t>
                </a:r>
                <a:r>
                  <a:rPr lang="en-US" baseline="0" dirty="0">
                    <a:effectLst/>
                  </a:rPr>
                  <a:t> </a:t>
                </a:r>
                <a:r>
                  <a:rPr lang="en-US" dirty="0">
                    <a:effectLst/>
                  </a:rPr>
                  <a:t>communication between these two algorithms to depict the interactions. We then proposed to use a hybrid CME-ODE simulation back in 2018. We first discretize the entire simulation length of 2 hours into piecewise time steps (hook intervals,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𝑡</m:t>
                        </m:r>
                      </m:e>
                      <m:sub>
                        <m:r>
                          <a:rPr lang="ar-AE" sz="1200" i="1" kern="1200">
                            <a:solidFill>
                              <a:schemeClr val="tx1"/>
                            </a:solidFill>
                            <a:latin typeface="Cambria Math" panose="02040503050406030204" pitchFamily="18" charset="0"/>
                            <a:ea typeface="+mn-ea"/>
                            <a:cs typeface="+mn-cs"/>
                          </a:rPr>
                          <m:t>𝐻</m:t>
                        </m:r>
                      </m:sub>
                    </m:sSub>
                    <m:r>
                      <a:rPr lang="en-US" sz="1200" b="0" i="0" kern="1200" smtClean="0">
                        <a:solidFill>
                          <a:schemeClr val="tx1"/>
                        </a:solidFill>
                        <a:latin typeface="Cambria Math" panose="02040503050406030204" pitchFamily="18" charset="0"/>
                        <a:ea typeface="+mn-ea"/>
                        <a:cs typeface="+mn-cs"/>
                      </a:rPr>
                      <m:t>) </m:t>
                    </m:r>
                  </m:oMath>
                </a14:m>
                <a:r>
                  <a:rPr lang="en-US" dirty="0">
                    <a:effectLst/>
                  </a:rPr>
                  <a:t>of 1</a:t>
                </a:r>
                <a:r>
                  <a:rPr lang="en-US" baseline="0" dirty="0">
                    <a:effectLst/>
                  </a:rPr>
                  <a:t> second.</a:t>
                </a:r>
                <a:r>
                  <a:rPr lang="ar-AE" dirty="0">
                    <a:effectLst/>
                  </a:rPr>
                  <a:t> </a:t>
                </a:r>
                <a:r>
                  <a:rPr lang="en-US" dirty="0">
                    <a:effectLst/>
                  </a:rPr>
                  <a:t>During each time step,</a:t>
                </a:r>
              </a:p>
              <a:p>
                <a:r>
                  <a:rPr lang="en-US" b="1" dirty="0">
                    <a:effectLst/>
                  </a:rPr>
                  <a:t>(a)</a:t>
                </a:r>
                <a:r>
                  <a:rPr lang="en-US" dirty="0">
                    <a:effectLst/>
                  </a:rPr>
                  <a:t> Run a CME simulation of 1seoncd to describe the kinetics in gene expression and complex formation.</a:t>
                </a:r>
              </a:p>
              <a:p>
                <a:r>
                  <a:rPr lang="en-US" b="1" dirty="0">
                    <a:effectLst/>
                  </a:rPr>
                  <a:t>(b)</a:t>
                </a:r>
                <a:r>
                  <a:rPr lang="en-US" dirty="0">
                    <a:effectLst/>
                  </a:rPr>
                  <a:t> Communicate from CME to ODE by passing the protein counts, the consumption of monomers (dNTP, NTP, and amino acid charged tRNAs) in synthesis, and the recycling of nucleoside monophosphates (NMP) in the degradation of mRNA and recycling of amino acids in the degradation of membrane protein.</a:t>
                </a:r>
              </a:p>
              <a:p>
                <a:r>
                  <a:rPr lang="en-US" b="1" dirty="0">
                    <a:effectLst/>
                  </a:rPr>
                  <a:t>(c)</a:t>
                </a:r>
                <a:r>
                  <a:rPr lang="en-US" dirty="0">
                    <a:effectLst/>
                  </a:rPr>
                  <a:t> Then run ODE simulation of metabolism for the </a:t>
                </a:r>
                <a:r>
                  <a:rPr lang="en-US" baseline="0" dirty="0">
                    <a:effectLst/>
                  </a:rPr>
                  <a:t>same 1 second </a:t>
                </a:r>
                <a:r>
                  <a:rPr lang="en-US" dirty="0">
                    <a:effectLst/>
                  </a:rPr>
                  <a:t>with the updated counts/concentrations of proteins and metabolites.</a:t>
                </a:r>
              </a:p>
              <a:p>
                <a:r>
                  <a:rPr lang="en-US" b="1" dirty="0">
                    <a:effectLst/>
                  </a:rPr>
                  <a:t>(d)</a:t>
                </a:r>
                <a:r>
                  <a:rPr lang="en-US" dirty="0">
                    <a:effectLst/>
                  </a:rPr>
                  <a:t> At last, we update the concentrations of metabolites after ODE to CME to re-evaluate the rates of synthesis of DNAs, RNAs, and proteins using Hofmeyr rate law.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Numerically, we use Gillespie or more broadly kinetic Monte Carlo to sample the CME system and LSODA for 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The simulation is conducted with GPU-based stochastic simulation software Lattice Microbe. We need to sample large cell population to get meaningful statistics of the stochastic cellular dynamics. Since only two algorithm hybridized, the computation can be efficiently parallelized to simulate 100 cells within one day, allowing fast testing the parameters for the computationally expensive 4D WCM. </a:t>
                </a:r>
                <a:endParaRPr lang="en-US" dirty="0"/>
              </a:p>
            </p:txBody>
          </p:sp>
        </mc:Choice>
        <mc:Fallback xmlns="">
          <p:sp>
            <p:nvSpPr>
              <p:cNvPr id="3" name="Notes Placeholder 2"/>
              <p:cNvSpPr>
                <a:spLocks noGrp="1"/>
              </p:cNvSpPr>
              <p:nvPr>
                <p:ph type="body" idx="1"/>
              </p:nvPr>
            </p:nvSpPr>
            <p:spPr/>
            <p:txBody>
              <a:bodyPr/>
              <a:lstStyle/>
              <a:p>
                <a:r>
                  <a:rPr lang="en-US" dirty="0">
                    <a:effectLst/>
                  </a:rPr>
                  <a:t>To simulate the </a:t>
                </a:r>
                <a:r>
                  <a:rPr lang="en-US" b="1" dirty="0">
                    <a:effectLst/>
                  </a:rPr>
                  <a:t>co-evolution</a:t>
                </a:r>
                <a:r>
                  <a:rPr lang="en-US" dirty="0">
                    <a:effectLst/>
                  </a:rPr>
                  <a:t> of GIP and metabolism, the communication needs to be performed to describe the interactions between these two subsystems. We then proposed to use a hybrid CME-ODE simulation</a:t>
                </a:r>
                <a:r>
                  <a:rPr lang="en-US" baseline="30000" dirty="0">
                    <a:effectLst/>
                    <a:hlinkClick r:id="rId3"/>
                  </a:rPr>
                  <a:t>10</a:t>
                </a:r>
                <a:r>
                  <a:rPr lang="en-US" dirty="0">
                    <a:effectLst/>
                  </a:rPr>
                  <a:t>. We first discretize the entire simulation length into piecewise communication time steps (hook intervals, </a:t>
                </a:r>
                <a:r>
                  <a:rPr lang="ar-AE" sz="1200" i="0" kern="1200">
                    <a:solidFill>
                      <a:schemeClr val="tx1"/>
                    </a:solidFill>
                    <a:latin typeface="+mn-lt"/>
                    <a:ea typeface="+mn-ea"/>
                    <a:cs typeface="+mn-cs"/>
                  </a:rPr>
                  <a:t>𝑡_𝐻</a:t>
                </a:r>
                <a:r>
                  <a:rPr lang="ar-AE" dirty="0">
                    <a:effectLst/>
                  </a:rPr>
                  <a:t>). </a:t>
                </a:r>
                <a:r>
                  <a:rPr lang="en-US" dirty="0">
                    <a:effectLst/>
                  </a:rPr>
                  <a:t>During each communication time step,</a:t>
                </a:r>
              </a:p>
              <a:p>
                <a:r>
                  <a:rPr lang="en-US" b="1" dirty="0">
                    <a:effectLst/>
                  </a:rPr>
                  <a:t>(a)</a:t>
                </a:r>
                <a:r>
                  <a:rPr lang="en-US" dirty="0">
                    <a:effectLst/>
                  </a:rPr>
                  <a:t> A CME simulation of length </a:t>
                </a:r>
                <a:r>
                  <a:rPr lang="ar-AE" sz="1200" i="0" kern="1200">
                    <a:solidFill>
                      <a:schemeClr val="tx1"/>
                    </a:solidFill>
                    <a:latin typeface="+mn-lt"/>
                    <a:ea typeface="+mn-ea"/>
                    <a:cs typeface="+mn-cs"/>
                  </a:rPr>
                  <a:t>𝑡_𝐻</a:t>
                </a:r>
                <a:r>
                  <a:rPr lang="en-US" dirty="0">
                    <a:effectLst/>
                  </a:rPr>
                  <a:t>is performed to describe the kinetics in GIP.</a:t>
                </a:r>
              </a:p>
              <a:p>
                <a:r>
                  <a:rPr lang="en-US" b="1" dirty="0">
                    <a:effectLst/>
                  </a:rPr>
                  <a:t>(b)</a:t>
                </a:r>
                <a:r>
                  <a:rPr lang="en-US" dirty="0">
                    <a:effectLst/>
                  </a:rPr>
                  <a:t> The communication from CME to ODE by passing the protein counts, the consumption of monomers (dNTP, NTP, and amino acid charged tRNAs), and the recycling of nucleoside monophosphates (NMP) in the degradation of mRNA and recycling of amino acids in the degradation of membrane protein.</a:t>
                </a:r>
              </a:p>
              <a:p>
                <a:r>
                  <a:rPr lang="en-US" b="1" dirty="0">
                    <a:effectLst/>
                  </a:rPr>
                  <a:t>(c)</a:t>
                </a:r>
                <a:r>
                  <a:rPr lang="en-US" dirty="0">
                    <a:effectLst/>
                  </a:rPr>
                  <a:t> Then a </a:t>
                </a:r>
                <a:r>
                  <a:rPr lang="ar-AE" sz="1200" i="0" kern="1200">
                    <a:solidFill>
                      <a:schemeClr val="tx1"/>
                    </a:solidFill>
                    <a:latin typeface="+mn-lt"/>
                    <a:ea typeface="+mn-ea"/>
                    <a:cs typeface="+mn-cs"/>
                  </a:rPr>
                  <a:t>𝑡_𝐻</a:t>
                </a:r>
                <a:r>
                  <a:rPr lang="en-US" dirty="0">
                    <a:effectLst/>
                  </a:rPr>
                  <a:t>length ODE simulation is performed with the updated concentrations of proteins and metabolites.</a:t>
                </a:r>
              </a:p>
              <a:p>
                <a:r>
                  <a:rPr lang="en-US" b="1" dirty="0">
                    <a:effectLst/>
                  </a:rPr>
                  <a:t>(d)</a:t>
                </a:r>
                <a:r>
                  <a:rPr lang="en-US" dirty="0">
                    <a:effectLst/>
                  </a:rPr>
                  <a:t> The impacts of metabolism on GIP are two-fold: the abundance of metabolites explicitly in GIP and the concentrations of monomers that affect the rates of the polymerization of genes, RNAs, and proteins in CME.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One extra thing to notice is that the CME rates are also updated per second after the metabolism simulation in ODE to account for the possible shortage of monomers that will decrease the rate in genetic information process.</a:t>
                </a:r>
              </a:p>
              <a:p>
                <a:r>
                  <a:rPr lang="en-US" dirty="0">
                    <a:effectLst/>
                  </a:rPr>
                  <a:t>The simulation is conducted with GPU-based stochastic simulation software Lattice Microbe. Since only two algorithm </a:t>
                </a:r>
                <a:r>
                  <a:rPr lang="en-US" dirty="0" err="1">
                    <a:effectLst/>
                  </a:rPr>
                  <a:t>hybrided</a:t>
                </a:r>
                <a:r>
                  <a:rPr lang="en-US" dirty="0">
                    <a:effectLst/>
                  </a:rPr>
                  <a:t>, the computation can be efficiently parallelized to simulate 100 cells within one day, allowing fast testing the parameterizations for the computationally expensive 4D WCM.</a:t>
                </a:r>
              </a:p>
              <a:p>
                <a:endParaRPr lang="en-US" dirty="0"/>
              </a:p>
            </p:txBody>
          </p:sp>
        </mc:Fallback>
      </mc:AlternateContent>
      <p:sp>
        <p:nvSpPr>
          <p:cNvPr id="4" name="Slide Number Placeholder 3"/>
          <p:cNvSpPr>
            <a:spLocks noGrp="1"/>
          </p:cNvSpPr>
          <p:nvPr>
            <p:ph type="sldNum" sz="quarter" idx="5"/>
          </p:nvPr>
        </p:nvSpPr>
        <p:spPr/>
        <p:txBody>
          <a:bodyPr/>
          <a:lstStyle/>
          <a:p>
            <a:fld id="{B9C6F0D5-1438-4C96-931F-854E0BFC2CD2}" type="slidenum">
              <a:rPr lang="en-US" smtClean="0"/>
              <a:t>7</a:t>
            </a:fld>
            <a:endParaRPr lang="en-US"/>
          </a:p>
        </p:txBody>
      </p:sp>
    </p:spTree>
    <p:extLst>
      <p:ext uri="{BB962C8B-B14F-4D97-AF65-F5344CB8AC3E}">
        <p14:creationId xmlns:p14="http://schemas.microsoft.com/office/powerpoint/2010/main" val="2934088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764CE-5BDC-2DFA-C85C-EB5912723F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1B23A-259A-6E6C-8427-7A83EE943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D75CD9-11D4-0366-F5DD-E1E442D7CCA7}"/>
              </a:ext>
            </a:extLst>
          </p:cNvPr>
          <p:cNvSpPr>
            <a:spLocks noGrp="1"/>
          </p:cNvSpPr>
          <p:nvPr>
            <p:ph type="body" idx="1"/>
          </p:nvPr>
        </p:nvSpPr>
        <p:spPr/>
        <p:txBody>
          <a:bodyPr/>
          <a:lstStyle/>
          <a:p>
            <a:r>
              <a:rPr lang="en-US" dirty="0"/>
              <a:t>Gene expression and macromolecular complex formation in cells are intrinsically stochastic because of the low numbers of genetic particles, including genes, RNAs, and proteins. Therefore, the stochastic chemical master equation (CME) is used. In CME, the state of the system n is the counts of particles, and the transition from one state to another occurs via chemical reaction r with stoichiometry Sr. And the whole equation depicts that the time derivatives of probability in one state is the summation of out-flows from this state and in-flows from other states.</a:t>
            </a:r>
          </a:p>
          <a:p>
            <a:endParaRPr lang="en-US" dirty="0"/>
          </a:p>
          <a:p>
            <a:r>
              <a:rPr lang="en-US" dirty="0"/>
              <a:t>The bottom part is how we simulate biochemical reactions in CME, transcription of 16S rRNA as an example. The loading of RNAP into the promoter region of 16S rRNA coding-gene is a bimolecular reaction, with rate tuned by the introduced proxy promoter strength. Upon the formation of the transcription complex, we use Hofmeyr rate law to calculate the overall rate of polymerization to synthesize a complete 16S rRNA, which will then bind to form 30S SSU. The overall rate of polymerization dominantly depends on the length of the polymers when the pool of monomers is rich. Upon depletion of monomers, this rate will decrease to halt the synthesis. </a:t>
            </a:r>
          </a:p>
        </p:txBody>
      </p:sp>
      <p:sp>
        <p:nvSpPr>
          <p:cNvPr id="4" name="Slide Number Placeholder 3">
            <a:extLst>
              <a:ext uri="{FF2B5EF4-FFF2-40B4-BE49-F238E27FC236}">
                <a16:creationId xmlns:a16="http://schemas.microsoft.com/office/drawing/2014/main" id="{5A0FC869-169E-34DD-A938-859E55CFDFC5}"/>
              </a:ext>
            </a:extLst>
          </p:cNvPr>
          <p:cNvSpPr>
            <a:spLocks noGrp="1"/>
          </p:cNvSpPr>
          <p:nvPr>
            <p:ph type="sldNum" sz="quarter" idx="5"/>
          </p:nvPr>
        </p:nvSpPr>
        <p:spPr/>
        <p:txBody>
          <a:bodyPr/>
          <a:lstStyle/>
          <a:p>
            <a:fld id="{B9C6F0D5-1438-4C96-931F-854E0BFC2CD2}" type="slidenum">
              <a:rPr lang="en-US" smtClean="0"/>
              <a:t>8</a:t>
            </a:fld>
            <a:endParaRPr lang="en-US"/>
          </a:p>
        </p:txBody>
      </p:sp>
    </p:spTree>
    <p:extLst>
      <p:ext uri="{BB962C8B-B14F-4D97-AF65-F5344CB8AC3E}">
        <p14:creationId xmlns:p14="http://schemas.microsoft.com/office/powerpoint/2010/main" val="1395625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Metabolism involves small metabolites of concentrations of </a:t>
            </a:r>
            <a:r>
              <a:rPr lang="en-US" dirty="0" err="1"/>
              <a:t>milimolars</a:t>
            </a:r>
            <a:r>
              <a:rPr lang="en-US" dirty="0"/>
              <a:t>, counts of millions, and is much less subject to randomness. We use deterministic ordinary differential equation for the time evolution of metabolic concentrations. For enzymatic reactions, convenience rate law is used, which assumes random binding of reactants and products to the enzymes. We parameterized the metabolism network with values reported in BRENDA database and tested the Gibbs free energy to assure the thermodynamic consistency of the parameterized network.</a:t>
            </a:r>
          </a:p>
        </p:txBody>
      </p:sp>
      <p:sp>
        <p:nvSpPr>
          <p:cNvPr id="4" name="Slide Number Placeholder 3"/>
          <p:cNvSpPr>
            <a:spLocks noGrp="1"/>
          </p:cNvSpPr>
          <p:nvPr>
            <p:ph type="sldNum" sz="quarter" idx="5"/>
          </p:nvPr>
        </p:nvSpPr>
        <p:spPr/>
        <p:txBody>
          <a:bodyPr/>
          <a:lstStyle/>
          <a:p>
            <a:fld id="{B9C6F0D5-1438-4C96-931F-854E0BFC2CD2}" type="slidenum">
              <a:rPr lang="en-US" smtClean="0"/>
              <a:t>9</a:t>
            </a:fld>
            <a:endParaRPr lang="en-US"/>
          </a:p>
        </p:txBody>
      </p:sp>
    </p:spTree>
    <p:extLst>
      <p:ext uri="{BB962C8B-B14F-4D97-AF65-F5344CB8AC3E}">
        <p14:creationId xmlns:p14="http://schemas.microsoft.com/office/powerpoint/2010/main" val="4241147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Before discussing the complex assembly subsystem, we first examined whole-cell dynamics to provide the context. Our model predicted the cell cycle of 102 min, defined as surface area doubled the initial value from the membrane protein biogenesis and lipid metabolism, which is consistent with experiments. The gene expression is intrinsically stochastic, and actively translated mRNA transcript in one cell shown by the blue curve is subject to birth from transcription and death from degradation. At the end of the cell cycle, the initial proteome doubled to prepare for halving in cell division. Also, the synthesis of subunits ultimately constrained the formation of corresponding complexes.</a:t>
            </a:r>
          </a:p>
        </p:txBody>
      </p:sp>
      <p:sp>
        <p:nvSpPr>
          <p:cNvPr id="4" name="Slide Number Placeholder 3"/>
          <p:cNvSpPr>
            <a:spLocks noGrp="1"/>
          </p:cNvSpPr>
          <p:nvPr>
            <p:ph type="sldNum" sz="quarter" idx="5"/>
          </p:nvPr>
        </p:nvSpPr>
        <p:spPr/>
        <p:txBody>
          <a:bodyPr/>
          <a:lstStyle/>
          <a:p>
            <a:fld id="{B9C6F0D5-1438-4C96-931F-854E0BFC2CD2}" type="slidenum">
              <a:rPr lang="en-US" smtClean="0"/>
              <a:t>10</a:t>
            </a:fld>
            <a:endParaRPr lang="en-US"/>
          </a:p>
        </p:txBody>
      </p:sp>
    </p:spTree>
    <p:extLst>
      <p:ext uri="{BB962C8B-B14F-4D97-AF65-F5344CB8AC3E}">
        <p14:creationId xmlns:p14="http://schemas.microsoft.com/office/powerpoint/2010/main" val="14246986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332F4F2-6BCB-E2A6-BF14-55C777A83E5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0"/>
            <a:ext cx="12191999" cy="6858000"/>
          </a:xfrm>
          <a:prstGeom prst="rect">
            <a:avLst/>
          </a:prstGeom>
        </p:spPr>
      </p:pic>
      <p:sp>
        <p:nvSpPr>
          <p:cNvPr id="2" name="Title Accent">
            <a:extLst>
              <a:ext uri="{FF2B5EF4-FFF2-40B4-BE49-F238E27FC236}">
                <a16:creationId xmlns:a16="http://schemas.microsoft.com/office/drawing/2014/main" id="{A4CD8BB7-0ED5-85FC-E344-1C112A4EBA76}"/>
              </a:ext>
              <a:ext uri="{C183D7F6-B498-43B3-948B-1728B52AA6E4}">
                <adec:decorative xmlns:adec="http://schemas.microsoft.com/office/drawing/2017/decorative" val="1"/>
              </a:ext>
            </a:extLst>
          </p:cNvPr>
          <p:cNvSpPr/>
          <p:nvPr userDrawn="1"/>
        </p:nvSpPr>
        <p:spPr>
          <a:xfrm>
            <a:off x="2895872" y="1832610"/>
            <a:ext cx="95251"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3" name="Title 6">
            <a:extLst>
              <a:ext uri="{FF2B5EF4-FFF2-40B4-BE49-F238E27FC236}">
                <a16:creationId xmlns:a16="http://schemas.microsoft.com/office/drawing/2014/main" id="{6C5F9852-BDFC-7251-F9A8-98DEA10266ED}"/>
              </a:ext>
            </a:extLst>
          </p:cNvPr>
          <p:cNvSpPr>
            <a:spLocks noGrp="1"/>
          </p:cNvSpPr>
          <p:nvPr>
            <p:ph type="title" hasCustomPrompt="1"/>
          </p:nvPr>
        </p:nvSpPr>
        <p:spPr>
          <a:xfrm>
            <a:off x="3283131" y="1958297"/>
            <a:ext cx="8569236" cy="1614486"/>
          </a:xfrm>
        </p:spPr>
        <p:txBody>
          <a:bodyPr anchor="t">
            <a:normAutofit/>
          </a:bodyPr>
          <a:lstStyle>
            <a:lvl1pPr algn="ctr">
              <a:defRPr sz="4500">
                <a:solidFill>
                  <a:schemeClr val="bg1"/>
                </a:solidFill>
              </a:defRPr>
            </a:lvl1pPr>
          </a:lstStyle>
          <a:p>
            <a:r>
              <a:rPr lang="en-US"/>
              <a:t>Presentation Title</a:t>
            </a:r>
          </a:p>
        </p:txBody>
      </p:sp>
      <p:sp>
        <p:nvSpPr>
          <p:cNvPr id="12" name="Department/unit name placeholder">
            <a:extLst>
              <a:ext uri="{FF2B5EF4-FFF2-40B4-BE49-F238E27FC236}">
                <a16:creationId xmlns:a16="http://schemas.microsoft.com/office/drawing/2014/main" id="{497620D0-FD2F-C1C0-438F-BA156FAA85AB}"/>
              </a:ext>
            </a:extLst>
          </p:cNvPr>
          <p:cNvSpPr>
            <a:spLocks noGrp="1"/>
          </p:cNvSpPr>
          <p:nvPr>
            <p:ph type="body" sz="quarter" idx="11" hasCustomPrompt="1"/>
          </p:nvPr>
        </p:nvSpPr>
        <p:spPr>
          <a:xfrm>
            <a:off x="3285601" y="3489454"/>
            <a:ext cx="8569235" cy="767969"/>
          </a:xfrm>
          <a:prstGeom prst="rect">
            <a:avLst/>
          </a:prstGeom>
        </p:spPr>
        <p:txBody>
          <a:bodyPr>
            <a:normAutofit/>
          </a:bodyPr>
          <a:lstStyle>
            <a:lvl1pPr marL="0" indent="0" algn="ctr">
              <a:buNone/>
              <a:defRPr sz="2700">
                <a:solidFill>
                  <a:schemeClr val="bg1"/>
                </a:solidFill>
                <a:latin typeface="+mn-lt"/>
              </a:defRPr>
            </a:lvl1pPr>
          </a:lstStyle>
          <a:p>
            <a:r>
              <a:rPr lang="en-US"/>
              <a:t>Department/Unit Name</a:t>
            </a:r>
          </a:p>
        </p:txBody>
      </p:sp>
      <p:sp>
        <p:nvSpPr>
          <p:cNvPr id="8" name="Date Placeholder">
            <a:extLst>
              <a:ext uri="{FF2B5EF4-FFF2-40B4-BE49-F238E27FC236}">
                <a16:creationId xmlns:a16="http://schemas.microsoft.com/office/drawing/2014/main" id="{D3A57C1C-6F1A-1705-E0D4-BE50DA86250D}"/>
              </a:ext>
            </a:extLst>
          </p:cNvPr>
          <p:cNvSpPr>
            <a:spLocks noGrp="1"/>
          </p:cNvSpPr>
          <p:nvPr>
            <p:ph type="body" sz="quarter" idx="12" hasCustomPrompt="1"/>
          </p:nvPr>
        </p:nvSpPr>
        <p:spPr>
          <a:xfrm>
            <a:off x="3285601" y="4257423"/>
            <a:ext cx="8569235" cy="767969"/>
          </a:xfrm>
          <a:prstGeom prst="rect">
            <a:avLst/>
          </a:prstGeom>
        </p:spPr>
        <p:txBody>
          <a:bodyPr>
            <a:normAutofit/>
          </a:bodyPr>
          <a:lstStyle>
            <a:lvl1pPr marL="0" indent="0" algn="ctr">
              <a:buNone/>
              <a:defRPr sz="2700">
                <a:solidFill>
                  <a:schemeClr val="bg1"/>
                </a:solidFill>
                <a:latin typeface="+mn-lt"/>
              </a:defRPr>
            </a:lvl1pPr>
          </a:lstStyle>
          <a:p>
            <a:r>
              <a:rPr lang="en-US"/>
              <a:t>Date</a:t>
            </a:r>
          </a:p>
        </p:txBody>
      </p:sp>
    </p:spTree>
    <p:extLst>
      <p:ext uri="{BB962C8B-B14F-4D97-AF65-F5344CB8AC3E}">
        <p14:creationId xmlns:p14="http://schemas.microsoft.com/office/powerpoint/2010/main" val="421001931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36CFC5-9FDA-B7CC-A0E8-9E2C8CF523B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39" y="0"/>
            <a:ext cx="12180723" cy="6858000"/>
          </a:xfrm>
          <a:prstGeom prst="rect">
            <a:avLst/>
          </a:prstGeom>
        </p:spPr>
      </p:pic>
      <p:sp>
        <p:nvSpPr>
          <p:cNvPr id="11" name="Title Accent">
            <a:extLst>
              <a:ext uri="{FF2B5EF4-FFF2-40B4-BE49-F238E27FC236}">
                <a16:creationId xmlns:a16="http://schemas.microsoft.com/office/drawing/2014/main" id="{774D0FFC-1870-3AC0-2920-9F9EA3F5B374}"/>
              </a:ext>
              <a:ext uri="{C183D7F6-B498-43B3-948B-1728B52AA6E4}">
                <adec:decorative xmlns:adec="http://schemas.microsoft.com/office/drawing/2017/decorative" val="1"/>
              </a:ext>
            </a:extLst>
          </p:cNvPr>
          <p:cNvSpPr/>
          <p:nvPr userDrawn="1"/>
        </p:nvSpPr>
        <p:spPr>
          <a:xfrm>
            <a:off x="2895872" y="1832610"/>
            <a:ext cx="95251" cy="3192780"/>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3" name="Title 6">
            <a:extLst>
              <a:ext uri="{FF2B5EF4-FFF2-40B4-BE49-F238E27FC236}">
                <a16:creationId xmlns:a16="http://schemas.microsoft.com/office/drawing/2014/main" id="{967BB4B5-6DC9-4239-4EE4-8B3B8C0683DB}"/>
              </a:ext>
            </a:extLst>
          </p:cNvPr>
          <p:cNvSpPr>
            <a:spLocks noGrp="1"/>
          </p:cNvSpPr>
          <p:nvPr>
            <p:ph type="title" hasCustomPrompt="1"/>
          </p:nvPr>
        </p:nvSpPr>
        <p:spPr>
          <a:xfrm>
            <a:off x="3283131" y="1958297"/>
            <a:ext cx="8569236" cy="1614486"/>
          </a:xfrm>
        </p:spPr>
        <p:txBody>
          <a:bodyPr anchor="t">
            <a:normAutofit/>
          </a:bodyPr>
          <a:lstStyle>
            <a:lvl1pPr algn="ctr">
              <a:defRPr sz="4500">
                <a:solidFill>
                  <a:schemeClr val="bg1"/>
                </a:solidFill>
              </a:defRPr>
            </a:lvl1pPr>
          </a:lstStyle>
          <a:p>
            <a:r>
              <a:rPr lang="en-US"/>
              <a:t>Presentation Title</a:t>
            </a:r>
          </a:p>
        </p:txBody>
      </p:sp>
      <p:sp>
        <p:nvSpPr>
          <p:cNvPr id="9" name="Department/unit name placeholder">
            <a:extLst>
              <a:ext uri="{FF2B5EF4-FFF2-40B4-BE49-F238E27FC236}">
                <a16:creationId xmlns:a16="http://schemas.microsoft.com/office/drawing/2014/main" id="{9CCA8B6C-53BF-DD2E-3863-4C111973577F}"/>
              </a:ext>
            </a:extLst>
          </p:cNvPr>
          <p:cNvSpPr>
            <a:spLocks noGrp="1"/>
          </p:cNvSpPr>
          <p:nvPr>
            <p:ph type="body" sz="quarter" idx="11" hasCustomPrompt="1"/>
          </p:nvPr>
        </p:nvSpPr>
        <p:spPr>
          <a:xfrm>
            <a:off x="3285601" y="3489454"/>
            <a:ext cx="8569235" cy="767969"/>
          </a:xfrm>
          <a:prstGeom prst="rect">
            <a:avLst/>
          </a:prstGeom>
        </p:spPr>
        <p:txBody>
          <a:bodyPr>
            <a:normAutofit/>
          </a:bodyPr>
          <a:lstStyle>
            <a:lvl1pPr marL="0" indent="0" algn="ctr">
              <a:buNone/>
              <a:defRPr sz="2700">
                <a:solidFill>
                  <a:schemeClr val="bg1"/>
                </a:solidFill>
                <a:latin typeface="+mn-lt"/>
              </a:defRPr>
            </a:lvl1pPr>
          </a:lstStyle>
          <a:p>
            <a:r>
              <a:rPr lang="en-US"/>
              <a:t>Department/Unit Name</a:t>
            </a:r>
          </a:p>
        </p:txBody>
      </p:sp>
      <p:sp>
        <p:nvSpPr>
          <p:cNvPr id="10" name="Date Placeholder">
            <a:extLst>
              <a:ext uri="{FF2B5EF4-FFF2-40B4-BE49-F238E27FC236}">
                <a16:creationId xmlns:a16="http://schemas.microsoft.com/office/drawing/2014/main" id="{609F09B9-AFB9-1195-67C0-6A06E8B36166}"/>
              </a:ext>
            </a:extLst>
          </p:cNvPr>
          <p:cNvSpPr>
            <a:spLocks noGrp="1"/>
          </p:cNvSpPr>
          <p:nvPr>
            <p:ph type="body" sz="quarter" idx="12" hasCustomPrompt="1"/>
          </p:nvPr>
        </p:nvSpPr>
        <p:spPr>
          <a:xfrm>
            <a:off x="3285601" y="4257423"/>
            <a:ext cx="8569235" cy="767969"/>
          </a:xfrm>
          <a:prstGeom prst="rect">
            <a:avLst/>
          </a:prstGeom>
        </p:spPr>
        <p:txBody>
          <a:bodyPr>
            <a:normAutofit/>
          </a:bodyPr>
          <a:lstStyle>
            <a:lvl1pPr marL="0" indent="0" algn="ctr">
              <a:buNone/>
              <a:defRPr sz="2700">
                <a:solidFill>
                  <a:schemeClr val="bg1"/>
                </a:solidFill>
                <a:latin typeface="+mn-lt"/>
              </a:defRPr>
            </a:lvl1pPr>
          </a:lstStyle>
          <a:p>
            <a:r>
              <a:rPr lang="en-US"/>
              <a:t>Date</a:t>
            </a:r>
          </a:p>
        </p:txBody>
      </p:sp>
    </p:spTree>
    <p:extLst>
      <p:ext uri="{BB962C8B-B14F-4D97-AF65-F5344CB8AC3E}">
        <p14:creationId xmlns:p14="http://schemas.microsoft.com/office/powerpoint/2010/main" val="2275391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pic>
        <p:nvPicPr>
          <p:cNvPr id="5" name="Background">
            <a:extLst>
              <a:ext uri="{FF2B5EF4-FFF2-40B4-BE49-F238E27FC236}">
                <a16:creationId xmlns:a16="http://schemas.microsoft.com/office/drawing/2014/main" id="{5C2C3DC9-CBAF-E0AA-9E07-BE81DC638CD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6" y="694"/>
            <a:ext cx="12189535" cy="6856612"/>
          </a:xfrm>
          <a:prstGeom prst="rect">
            <a:avLst/>
          </a:prstGeom>
        </p:spPr>
      </p:pic>
      <p:pic>
        <p:nvPicPr>
          <p:cNvPr id="2" name="Block I">
            <a:extLst>
              <a:ext uri="{FF2B5EF4-FFF2-40B4-BE49-F238E27FC236}">
                <a16:creationId xmlns:a16="http://schemas.microsoft.com/office/drawing/2014/main" id="{F622F3C3-0B66-1EFA-7644-C9486EB60C0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7"/>
            <a:ext cx="529475" cy="764795"/>
          </a:xfrm>
          <a:prstGeom prst="rect">
            <a:avLst/>
          </a:prstGeom>
        </p:spPr>
      </p:pic>
      <p:sp>
        <p:nvSpPr>
          <p:cNvPr id="8" name="Title 6">
            <a:extLst>
              <a:ext uri="{FF2B5EF4-FFF2-40B4-BE49-F238E27FC236}">
                <a16:creationId xmlns:a16="http://schemas.microsoft.com/office/drawing/2014/main" id="{7BC0581F-68FE-3796-A22D-5418171CE351}"/>
              </a:ext>
            </a:extLst>
          </p:cNvPr>
          <p:cNvSpPr>
            <a:spLocks noGrp="1"/>
          </p:cNvSpPr>
          <p:nvPr>
            <p:ph type="title" hasCustomPrompt="1"/>
          </p:nvPr>
        </p:nvSpPr>
        <p:spPr>
          <a:xfrm>
            <a:off x="0" y="2163547"/>
            <a:ext cx="12189531" cy="1614487"/>
          </a:xfrm>
        </p:spPr>
        <p:txBody>
          <a:bodyPr anchor="t">
            <a:normAutofit/>
          </a:bodyPr>
          <a:lstStyle>
            <a:lvl1pPr algn="ctr">
              <a:defRPr sz="4500">
                <a:solidFill>
                  <a:schemeClr val="bg1"/>
                </a:solidFill>
              </a:defRPr>
            </a:lvl1pPr>
          </a:lstStyle>
          <a:p>
            <a:r>
              <a:rPr lang="en-US"/>
              <a:t>Presentation Title</a:t>
            </a:r>
          </a:p>
        </p:txBody>
      </p:sp>
      <p:sp>
        <p:nvSpPr>
          <p:cNvPr id="4" name="Department/Unit name Placeholder">
            <a:extLst>
              <a:ext uri="{FF2B5EF4-FFF2-40B4-BE49-F238E27FC236}">
                <a16:creationId xmlns:a16="http://schemas.microsoft.com/office/drawing/2014/main" id="{3E44D2A3-C965-C633-19E4-D7543644A742}"/>
              </a:ext>
            </a:extLst>
          </p:cNvPr>
          <p:cNvSpPr>
            <a:spLocks noGrp="1"/>
          </p:cNvSpPr>
          <p:nvPr>
            <p:ph type="body" sz="quarter" idx="11" hasCustomPrompt="1"/>
          </p:nvPr>
        </p:nvSpPr>
        <p:spPr>
          <a:xfrm>
            <a:off x="2471" y="3694703"/>
            <a:ext cx="12189531" cy="787847"/>
          </a:xfrm>
          <a:prstGeom prst="rect">
            <a:avLst/>
          </a:prstGeom>
        </p:spPr>
        <p:txBody>
          <a:bodyPr>
            <a:normAutofit/>
          </a:bodyPr>
          <a:lstStyle>
            <a:lvl1pPr marL="0" indent="0" algn="ctr">
              <a:buNone/>
              <a:defRPr sz="2700">
                <a:solidFill>
                  <a:schemeClr val="bg1"/>
                </a:solidFill>
                <a:latin typeface="+mn-lt"/>
              </a:defRPr>
            </a:lvl1pPr>
          </a:lstStyle>
          <a:p>
            <a:r>
              <a:rPr lang="en-US"/>
              <a:t>Department/Unit Name</a:t>
            </a:r>
          </a:p>
        </p:txBody>
      </p:sp>
      <p:sp>
        <p:nvSpPr>
          <p:cNvPr id="6" name="Date Placeholder">
            <a:extLst>
              <a:ext uri="{FF2B5EF4-FFF2-40B4-BE49-F238E27FC236}">
                <a16:creationId xmlns:a16="http://schemas.microsoft.com/office/drawing/2014/main" id="{A11F428D-6D39-7B6D-AFE8-65D4134A9969}"/>
              </a:ext>
            </a:extLst>
          </p:cNvPr>
          <p:cNvSpPr>
            <a:spLocks noGrp="1"/>
          </p:cNvSpPr>
          <p:nvPr>
            <p:ph type="body" sz="quarter" idx="12" hasCustomPrompt="1"/>
          </p:nvPr>
        </p:nvSpPr>
        <p:spPr>
          <a:xfrm>
            <a:off x="0" y="4500136"/>
            <a:ext cx="12189531" cy="787847"/>
          </a:xfrm>
          <a:prstGeom prst="rect">
            <a:avLst/>
          </a:prstGeom>
        </p:spPr>
        <p:txBody>
          <a:bodyPr>
            <a:normAutofit/>
          </a:bodyPr>
          <a:lstStyle>
            <a:lvl1pPr marL="0" indent="0" algn="ctr">
              <a:buNone/>
              <a:defRPr sz="2700">
                <a:solidFill>
                  <a:schemeClr val="bg1"/>
                </a:solidFill>
                <a:latin typeface="+mn-lt"/>
              </a:defRPr>
            </a:lvl1pPr>
          </a:lstStyle>
          <a:p>
            <a:r>
              <a:rPr lang="en-US"/>
              <a:t>Date</a:t>
            </a:r>
          </a:p>
        </p:txBody>
      </p:sp>
    </p:spTree>
    <p:extLst>
      <p:ext uri="{BB962C8B-B14F-4D97-AF65-F5344CB8AC3E}">
        <p14:creationId xmlns:p14="http://schemas.microsoft.com/office/powerpoint/2010/main" val="2488190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11" name="Background">
            <a:extLst>
              <a:ext uri="{FF2B5EF4-FFF2-40B4-BE49-F238E27FC236}">
                <a16:creationId xmlns:a16="http://schemas.microsoft.com/office/drawing/2014/main" id="{4A6F8600-C465-A237-F197-C96A708B3AE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1" y="3172"/>
            <a:ext cx="12180721" cy="6851656"/>
          </a:xfrm>
          <a:prstGeom prst="rect">
            <a:avLst/>
          </a:prstGeom>
        </p:spPr>
      </p:pic>
      <p:pic>
        <p:nvPicPr>
          <p:cNvPr id="2" name="Block I">
            <a:extLst>
              <a:ext uri="{FF2B5EF4-FFF2-40B4-BE49-F238E27FC236}">
                <a16:creationId xmlns:a16="http://schemas.microsoft.com/office/drawing/2014/main" id="{D8D43620-9928-A654-AC46-BED2B131FC8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7" y="279021"/>
            <a:ext cx="528575" cy="762367"/>
          </a:xfrm>
          <a:prstGeom prst="rect">
            <a:avLst/>
          </a:prstGeom>
        </p:spPr>
      </p:pic>
      <p:sp>
        <p:nvSpPr>
          <p:cNvPr id="4" name="Title 6">
            <a:extLst>
              <a:ext uri="{FF2B5EF4-FFF2-40B4-BE49-F238E27FC236}">
                <a16:creationId xmlns:a16="http://schemas.microsoft.com/office/drawing/2014/main" id="{68582E55-19DE-D3A6-A102-BEE797FEFA7B}"/>
              </a:ext>
            </a:extLst>
          </p:cNvPr>
          <p:cNvSpPr>
            <a:spLocks noGrp="1"/>
          </p:cNvSpPr>
          <p:nvPr>
            <p:ph type="title" hasCustomPrompt="1"/>
          </p:nvPr>
        </p:nvSpPr>
        <p:spPr>
          <a:xfrm>
            <a:off x="0" y="2163547"/>
            <a:ext cx="12189531" cy="1614487"/>
          </a:xfrm>
        </p:spPr>
        <p:txBody>
          <a:bodyPr anchor="t">
            <a:normAutofit/>
          </a:bodyPr>
          <a:lstStyle>
            <a:lvl1pPr algn="ctr">
              <a:defRPr sz="4500">
                <a:solidFill>
                  <a:schemeClr val="bg1"/>
                </a:solidFill>
              </a:defRPr>
            </a:lvl1pPr>
          </a:lstStyle>
          <a:p>
            <a:r>
              <a:rPr lang="en-US"/>
              <a:t>Presentation Title</a:t>
            </a:r>
          </a:p>
        </p:txBody>
      </p:sp>
      <p:sp>
        <p:nvSpPr>
          <p:cNvPr id="5" name="Department/Name Placeholder">
            <a:extLst>
              <a:ext uri="{FF2B5EF4-FFF2-40B4-BE49-F238E27FC236}">
                <a16:creationId xmlns:a16="http://schemas.microsoft.com/office/drawing/2014/main" id="{87E33E8E-94EC-D6F0-814A-4EDAFDEC863F}"/>
              </a:ext>
            </a:extLst>
          </p:cNvPr>
          <p:cNvSpPr>
            <a:spLocks noGrp="1"/>
          </p:cNvSpPr>
          <p:nvPr>
            <p:ph type="body" sz="quarter" idx="11" hasCustomPrompt="1"/>
          </p:nvPr>
        </p:nvSpPr>
        <p:spPr>
          <a:xfrm>
            <a:off x="2471" y="3694703"/>
            <a:ext cx="12189531" cy="787847"/>
          </a:xfrm>
          <a:prstGeom prst="rect">
            <a:avLst/>
          </a:prstGeom>
        </p:spPr>
        <p:txBody>
          <a:bodyPr>
            <a:normAutofit/>
          </a:bodyPr>
          <a:lstStyle>
            <a:lvl1pPr marL="0" indent="0" algn="ctr">
              <a:buNone/>
              <a:defRPr sz="2700">
                <a:solidFill>
                  <a:schemeClr val="bg1"/>
                </a:solidFill>
                <a:latin typeface="+mn-lt"/>
              </a:defRPr>
            </a:lvl1pPr>
          </a:lstStyle>
          <a:p>
            <a:r>
              <a:rPr lang="en-US"/>
              <a:t>Department/Unit Name</a:t>
            </a:r>
          </a:p>
        </p:txBody>
      </p:sp>
      <p:sp>
        <p:nvSpPr>
          <p:cNvPr id="6" name="Date Placeholder">
            <a:extLst>
              <a:ext uri="{FF2B5EF4-FFF2-40B4-BE49-F238E27FC236}">
                <a16:creationId xmlns:a16="http://schemas.microsoft.com/office/drawing/2014/main" id="{53FE06C4-A829-23E6-0677-AB297591F4CC}"/>
              </a:ext>
            </a:extLst>
          </p:cNvPr>
          <p:cNvSpPr>
            <a:spLocks noGrp="1"/>
          </p:cNvSpPr>
          <p:nvPr>
            <p:ph type="body" sz="quarter" idx="12" hasCustomPrompt="1"/>
          </p:nvPr>
        </p:nvSpPr>
        <p:spPr>
          <a:xfrm>
            <a:off x="0" y="4500136"/>
            <a:ext cx="12189531" cy="787847"/>
          </a:xfrm>
          <a:prstGeom prst="rect">
            <a:avLst/>
          </a:prstGeom>
        </p:spPr>
        <p:txBody>
          <a:bodyPr>
            <a:normAutofit/>
          </a:bodyPr>
          <a:lstStyle>
            <a:lvl1pPr marL="0" indent="0" algn="ctr">
              <a:buNone/>
              <a:defRPr sz="2700">
                <a:solidFill>
                  <a:schemeClr val="bg1"/>
                </a:solidFill>
                <a:latin typeface="+mn-lt"/>
              </a:defRPr>
            </a:lvl1pPr>
          </a:lstStyle>
          <a:p>
            <a:r>
              <a:rPr lang="en-US"/>
              <a:t>Date</a:t>
            </a:r>
          </a:p>
        </p:txBody>
      </p:sp>
    </p:spTree>
    <p:extLst>
      <p:ext uri="{BB962C8B-B14F-4D97-AF65-F5344CB8AC3E}">
        <p14:creationId xmlns:p14="http://schemas.microsoft.com/office/powerpoint/2010/main" val="41425827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1">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7055D02D-3326-7573-A3C0-A19814EBC3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694"/>
            <a:ext cx="12189532" cy="6856612"/>
          </a:xfrm>
          <a:prstGeom prst="rect">
            <a:avLst/>
          </a:prstGeom>
        </p:spPr>
      </p:pic>
      <p:pic>
        <p:nvPicPr>
          <p:cNvPr id="15" name="Block I">
            <a:extLst>
              <a:ext uri="{FF2B5EF4-FFF2-40B4-BE49-F238E27FC236}">
                <a16:creationId xmlns:a16="http://schemas.microsoft.com/office/drawing/2014/main" id="{193783E6-EE13-4530-A988-B4868B4965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7" y="279021"/>
            <a:ext cx="528575" cy="762367"/>
          </a:xfrm>
          <a:prstGeom prst="rect">
            <a:avLst/>
          </a:prstGeom>
        </p:spPr>
      </p:pic>
      <p:sp>
        <p:nvSpPr>
          <p:cNvPr id="11" name="Title Accent">
            <a:extLst>
              <a:ext uri="{FF2B5EF4-FFF2-40B4-BE49-F238E27FC236}">
                <a16:creationId xmlns:a16="http://schemas.microsoft.com/office/drawing/2014/main" id="{BBEA2DE4-2385-495C-A616-BF4D8C4AE721}"/>
              </a:ext>
              <a:ext uri="{C183D7F6-B498-43B3-948B-1728B52AA6E4}">
                <adec:decorative xmlns:adec="http://schemas.microsoft.com/office/drawing/2017/decorative" val="1"/>
              </a:ext>
            </a:extLst>
          </p:cNvPr>
          <p:cNvSpPr/>
          <p:nvPr userDrawn="1"/>
        </p:nvSpPr>
        <p:spPr>
          <a:xfrm>
            <a:off x="1390649" y="1832610"/>
            <a:ext cx="95251"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13" name="Title Placeholder">
            <a:extLst>
              <a:ext uri="{FF2B5EF4-FFF2-40B4-BE49-F238E27FC236}">
                <a16:creationId xmlns:a16="http://schemas.microsoft.com/office/drawing/2014/main" id="{4A50B919-1C53-82C7-0ADF-4D7B6064495F}"/>
              </a:ext>
            </a:extLst>
          </p:cNvPr>
          <p:cNvSpPr>
            <a:spLocks noGrp="1"/>
          </p:cNvSpPr>
          <p:nvPr>
            <p:ph type="title" hasCustomPrompt="1"/>
          </p:nvPr>
        </p:nvSpPr>
        <p:spPr>
          <a:xfrm>
            <a:off x="1627543" y="1832612"/>
            <a:ext cx="9470733" cy="1325563"/>
          </a:xfrm>
        </p:spPr>
        <p:txBody>
          <a:bodyPr>
            <a:normAutofit/>
          </a:bodyPr>
          <a:lstStyle>
            <a:lvl1pPr>
              <a:defRPr sz="6000">
                <a:solidFill>
                  <a:schemeClr val="bg1"/>
                </a:solidFill>
              </a:defRPr>
            </a:lvl1pPr>
          </a:lstStyle>
          <a:p>
            <a:r>
              <a:rPr lang="en-US"/>
              <a:t>HEADING</a:t>
            </a:r>
          </a:p>
        </p:txBody>
      </p:sp>
      <p:sp>
        <p:nvSpPr>
          <p:cNvPr id="24" name="Subtitle Placeholder">
            <a:extLst>
              <a:ext uri="{FF2B5EF4-FFF2-40B4-BE49-F238E27FC236}">
                <a16:creationId xmlns:a16="http://schemas.microsoft.com/office/drawing/2014/main" id="{E14BE4D4-A7FC-9557-3271-D4088C04E79B}"/>
              </a:ext>
            </a:extLst>
          </p:cNvPr>
          <p:cNvSpPr>
            <a:spLocks noGrp="1"/>
          </p:cNvSpPr>
          <p:nvPr>
            <p:ph type="body" sz="quarter" idx="12"/>
          </p:nvPr>
        </p:nvSpPr>
        <p:spPr>
          <a:xfrm>
            <a:off x="1627543" y="3603292"/>
            <a:ext cx="9470733" cy="1422098"/>
          </a:xfrm>
        </p:spPr>
        <p:txBody>
          <a:bodyPr>
            <a:normAutofit/>
          </a:bodyPr>
          <a:lstStyle>
            <a:lvl1pPr marL="0" indent="0">
              <a:buNone/>
              <a:defRPr sz="1800">
                <a:solidFill>
                  <a:schemeClr val="bg1"/>
                </a:solidFill>
              </a:defRPr>
            </a:lvl1pPr>
          </a:lstStyle>
          <a:p>
            <a:pPr lvl="0"/>
            <a:r>
              <a:rPr lang="en-US"/>
              <a:t>Click to edit Master text styles</a:t>
            </a:r>
          </a:p>
        </p:txBody>
      </p:sp>
      <p:sp>
        <p:nvSpPr>
          <p:cNvPr id="32" name="Department/unit name Placeholder">
            <a:extLst>
              <a:ext uri="{FF2B5EF4-FFF2-40B4-BE49-F238E27FC236}">
                <a16:creationId xmlns:a16="http://schemas.microsoft.com/office/drawing/2014/main" id="{5CA5320C-70CA-7F64-3D32-B994D01BD608}"/>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6" name="Slide Number Placeholder">
            <a:extLst>
              <a:ext uri="{FF2B5EF4-FFF2-40B4-BE49-F238E27FC236}">
                <a16:creationId xmlns:a16="http://schemas.microsoft.com/office/drawing/2014/main" id="{2D0D6A88-2FF4-ED2F-DB76-9BB2C9C00F37}"/>
              </a:ext>
              <a:ext uri="{C183D7F6-B498-43B3-948B-1728B52AA6E4}">
                <adec:decorative xmlns:adec="http://schemas.microsoft.com/office/drawing/2017/decorative" val="1"/>
              </a:ext>
            </a:extLst>
          </p:cNvPr>
          <p:cNvSpPr>
            <a:spLocks noGrp="1"/>
          </p:cNvSpPr>
          <p:nvPr>
            <p:ph type="sldNum" sz="quarter" idx="14"/>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76884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C493BA29-88DB-9209-4439-6C9327AE69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694"/>
            <a:ext cx="12189533" cy="6856612"/>
          </a:xfrm>
          <a:prstGeom prst="rect">
            <a:avLst/>
          </a:prstGeom>
        </p:spPr>
      </p:pic>
      <p:pic>
        <p:nvPicPr>
          <p:cNvPr id="10" name="Block I">
            <a:extLst>
              <a:ext uri="{FF2B5EF4-FFF2-40B4-BE49-F238E27FC236}">
                <a16:creationId xmlns:a16="http://schemas.microsoft.com/office/drawing/2014/main" id="{72E36FC3-13D9-5B7F-F024-ECE203ECE59D}"/>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7"/>
            <a:ext cx="529475" cy="764795"/>
          </a:xfrm>
          <a:prstGeom prst="rect">
            <a:avLst/>
          </a:prstGeom>
        </p:spPr>
      </p:pic>
      <p:sp>
        <p:nvSpPr>
          <p:cNvPr id="7" name="Title Accent">
            <a:extLst>
              <a:ext uri="{FF2B5EF4-FFF2-40B4-BE49-F238E27FC236}">
                <a16:creationId xmlns:a16="http://schemas.microsoft.com/office/drawing/2014/main" id="{70DB334B-58BA-FA46-760E-299BA028B952}"/>
              </a:ext>
              <a:ext uri="{C183D7F6-B498-43B3-948B-1728B52AA6E4}">
                <adec:decorative xmlns:adec="http://schemas.microsoft.com/office/drawing/2017/decorative" val="1"/>
              </a:ext>
            </a:extLst>
          </p:cNvPr>
          <p:cNvSpPr/>
          <p:nvPr userDrawn="1"/>
        </p:nvSpPr>
        <p:spPr>
          <a:xfrm>
            <a:off x="1390649" y="1832610"/>
            <a:ext cx="95251"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8" name="Title Placeholder">
            <a:extLst>
              <a:ext uri="{FF2B5EF4-FFF2-40B4-BE49-F238E27FC236}">
                <a16:creationId xmlns:a16="http://schemas.microsoft.com/office/drawing/2014/main" id="{9022AEE9-9854-64A4-8425-2C701E7B8A64}"/>
              </a:ext>
            </a:extLst>
          </p:cNvPr>
          <p:cNvSpPr>
            <a:spLocks noGrp="1"/>
          </p:cNvSpPr>
          <p:nvPr>
            <p:ph type="title" hasCustomPrompt="1"/>
          </p:nvPr>
        </p:nvSpPr>
        <p:spPr>
          <a:xfrm>
            <a:off x="1627543" y="1832612"/>
            <a:ext cx="9470733" cy="1325563"/>
          </a:xfrm>
        </p:spPr>
        <p:txBody>
          <a:bodyPr>
            <a:normAutofit/>
          </a:bodyPr>
          <a:lstStyle>
            <a:lvl1pPr>
              <a:defRPr sz="6000">
                <a:solidFill>
                  <a:schemeClr val="bg1"/>
                </a:solidFill>
              </a:defRPr>
            </a:lvl1pPr>
          </a:lstStyle>
          <a:p>
            <a:r>
              <a:rPr lang="en-US"/>
              <a:t>HEADING</a:t>
            </a:r>
          </a:p>
        </p:txBody>
      </p:sp>
      <p:sp>
        <p:nvSpPr>
          <p:cNvPr id="9" name="Subtitle Placeholder">
            <a:extLst>
              <a:ext uri="{FF2B5EF4-FFF2-40B4-BE49-F238E27FC236}">
                <a16:creationId xmlns:a16="http://schemas.microsoft.com/office/drawing/2014/main" id="{06092AA5-D5FE-2CF4-EDF1-CED258F3F204}"/>
              </a:ext>
            </a:extLst>
          </p:cNvPr>
          <p:cNvSpPr>
            <a:spLocks noGrp="1"/>
          </p:cNvSpPr>
          <p:nvPr>
            <p:ph type="body" sz="quarter" idx="12"/>
          </p:nvPr>
        </p:nvSpPr>
        <p:spPr>
          <a:xfrm>
            <a:off x="1627543" y="3603292"/>
            <a:ext cx="9470733" cy="1422098"/>
          </a:xfrm>
        </p:spPr>
        <p:txBody>
          <a:bodyPr>
            <a:normAutofit/>
          </a:bodyPr>
          <a:lstStyle>
            <a:lvl1pPr marL="0" indent="0">
              <a:buNone/>
              <a:defRPr sz="18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1A96EBAC-4595-0697-28AB-2D8283139385}"/>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B004C974-18EE-90F8-50C2-6B74362B7EB0}"/>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012731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Divider 3">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4E2EB510-CA6D-090B-7475-EB8A202EE1A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694"/>
            <a:ext cx="12189532" cy="6856612"/>
          </a:xfrm>
          <a:prstGeom prst="rect">
            <a:avLst/>
          </a:prstGeom>
        </p:spPr>
      </p:pic>
      <p:pic>
        <p:nvPicPr>
          <p:cNvPr id="10" name="Block I">
            <a:extLst>
              <a:ext uri="{FF2B5EF4-FFF2-40B4-BE49-F238E27FC236}">
                <a16:creationId xmlns:a16="http://schemas.microsoft.com/office/drawing/2014/main" id="{68FCE613-86B1-45E6-BB32-58EB7FA4BA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098277" y="279021"/>
            <a:ext cx="528575" cy="762367"/>
          </a:xfrm>
          <a:prstGeom prst="rect">
            <a:avLst/>
          </a:prstGeom>
        </p:spPr>
      </p:pic>
      <p:sp>
        <p:nvSpPr>
          <p:cNvPr id="5" name="Title accent">
            <a:extLst>
              <a:ext uri="{FF2B5EF4-FFF2-40B4-BE49-F238E27FC236}">
                <a16:creationId xmlns:a16="http://schemas.microsoft.com/office/drawing/2014/main" id="{9D88B7D3-8E4C-8BC3-801C-DEA164218AD9}"/>
              </a:ext>
              <a:ext uri="{C183D7F6-B498-43B3-948B-1728B52AA6E4}">
                <adec:decorative xmlns:adec="http://schemas.microsoft.com/office/drawing/2017/decorative" val="1"/>
              </a:ext>
            </a:extLst>
          </p:cNvPr>
          <p:cNvSpPr/>
          <p:nvPr userDrawn="1"/>
        </p:nvSpPr>
        <p:spPr>
          <a:xfrm>
            <a:off x="1390649" y="1832610"/>
            <a:ext cx="95251" cy="3192780"/>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6" name="Title Placeholder">
            <a:extLst>
              <a:ext uri="{FF2B5EF4-FFF2-40B4-BE49-F238E27FC236}">
                <a16:creationId xmlns:a16="http://schemas.microsoft.com/office/drawing/2014/main" id="{DB230F21-1FBA-D776-0144-95076DA261C2}"/>
              </a:ext>
            </a:extLst>
          </p:cNvPr>
          <p:cNvSpPr>
            <a:spLocks noGrp="1"/>
          </p:cNvSpPr>
          <p:nvPr>
            <p:ph type="title" hasCustomPrompt="1"/>
          </p:nvPr>
        </p:nvSpPr>
        <p:spPr>
          <a:xfrm>
            <a:off x="1627543" y="1832612"/>
            <a:ext cx="9470733" cy="1325563"/>
          </a:xfrm>
        </p:spPr>
        <p:txBody>
          <a:bodyPr>
            <a:normAutofit/>
          </a:bodyPr>
          <a:lstStyle>
            <a:lvl1pPr>
              <a:defRPr sz="6000">
                <a:solidFill>
                  <a:schemeClr val="bg1"/>
                </a:solidFill>
              </a:defRPr>
            </a:lvl1pPr>
          </a:lstStyle>
          <a:p>
            <a:r>
              <a:rPr lang="en-US"/>
              <a:t>HEADING</a:t>
            </a:r>
          </a:p>
        </p:txBody>
      </p:sp>
      <p:sp>
        <p:nvSpPr>
          <p:cNvPr id="7" name="Subtitle Placeholder">
            <a:extLst>
              <a:ext uri="{FF2B5EF4-FFF2-40B4-BE49-F238E27FC236}">
                <a16:creationId xmlns:a16="http://schemas.microsoft.com/office/drawing/2014/main" id="{1BA84641-52D3-F667-A202-043557B06E8C}"/>
              </a:ext>
            </a:extLst>
          </p:cNvPr>
          <p:cNvSpPr>
            <a:spLocks noGrp="1"/>
          </p:cNvSpPr>
          <p:nvPr>
            <p:ph type="body" sz="quarter" idx="12"/>
          </p:nvPr>
        </p:nvSpPr>
        <p:spPr>
          <a:xfrm>
            <a:off x="1627543" y="3603292"/>
            <a:ext cx="9470733" cy="1422098"/>
          </a:xfrm>
        </p:spPr>
        <p:txBody>
          <a:bodyPr>
            <a:normAutofit/>
          </a:bodyPr>
          <a:lstStyle>
            <a:lvl1pPr marL="0" indent="0">
              <a:buNone/>
              <a:defRPr sz="18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734D93D2-3734-2540-A03F-C47C6DD21233}"/>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45E21822-BD18-9D54-B62B-8E5D54BCF3BE}"/>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881333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Divider 4">
    <p:spTree>
      <p:nvGrpSpPr>
        <p:cNvPr id="1" name=""/>
        <p:cNvGrpSpPr/>
        <p:nvPr/>
      </p:nvGrpSpPr>
      <p:grpSpPr>
        <a:xfrm>
          <a:off x="0" y="0"/>
          <a:ext cx="0" cy="0"/>
          <a:chOff x="0" y="0"/>
          <a:chExt cx="0" cy="0"/>
        </a:xfrm>
      </p:grpSpPr>
      <p:pic>
        <p:nvPicPr>
          <p:cNvPr id="3" name="Background">
            <a:extLst>
              <a:ext uri="{FF2B5EF4-FFF2-40B4-BE49-F238E27FC236}">
                <a16:creationId xmlns:a16="http://schemas.microsoft.com/office/drawing/2014/main" id="{2F9A8B31-E9F1-E958-5770-0E4DC6EC1F2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5" name="Block I">
            <a:extLst>
              <a:ext uri="{FF2B5EF4-FFF2-40B4-BE49-F238E27FC236}">
                <a16:creationId xmlns:a16="http://schemas.microsoft.com/office/drawing/2014/main" id="{372EC9F4-B30C-7841-50F3-CAE581C4ACF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7"/>
            <a:ext cx="529475" cy="764795"/>
          </a:xfrm>
          <a:prstGeom prst="rect">
            <a:avLst/>
          </a:prstGeom>
        </p:spPr>
      </p:pic>
      <p:sp>
        <p:nvSpPr>
          <p:cNvPr id="6" name="Title Accent">
            <a:extLst>
              <a:ext uri="{FF2B5EF4-FFF2-40B4-BE49-F238E27FC236}">
                <a16:creationId xmlns:a16="http://schemas.microsoft.com/office/drawing/2014/main" id="{7F62A38B-0BBB-7A39-BE3D-4B696AE8F248}"/>
              </a:ext>
              <a:ext uri="{C183D7F6-B498-43B3-948B-1728B52AA6E4}">
                <adec:decorative xmlns:adec="http://schemas.microsoft.com/office/drawing/2017/decorative" val="1"/>
              </a:ext>
            </a:extLst>
          </p:cNvPr>
          <p:cNvSpPr/>
          <p:nvPr userDrawn="1"/>
        </p:nvSpPr>
        <p:spPr>
          <a:xfrm>
            <a:off x="1390649" y="1832610"/>
            <a:ext cx="95251" cy="3192780"/>
          </a:xfrm>
          <a:prstGeom prst="rect">
            <a:avLst/>
          </a:prstGeom>
          <a:solidFill>
            <a:srgbClr val="FF5F0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350"/>
          </a:p>
        </p:txBody>
      </p:sp>
      <p:sp>
        <p:nvSpPr>
          <p:cNvPr id="7" name="Title Placeholder">
            <a:extLst>
              <a:ext uri="{FF2B5EF4-FFF2-40B4-BE49-F238E27FC236}">
                <a16:creationId xmlns:a16="http://schemas.microsoft.com/office/drawing/2014/main" id="{C8C38F5E-9BC0-719F-02FF-D9B0010B4E12}"/>
              </a:ext>
            </a:extLst>
          </p:cNvPr>
          <p:cNvSpPr>
            <a:spLocks noGrp="1"/>
          </p:cNvSpPr>
          <p:nvPr>
            <p:ph type="title" hasCustomPrompt="1"/>
          </p:nvPr>
        </p:nvSpPr>
        <p:spPr>
          <a:xfrm>
            <a:off x="1627543" y="1832612"/>
            <a:ext cx="9470733" cy="1325563"/>
          </a:xfrm>
        </p:spPr>
        <p:txBody>
          <a:bodyPr>
            <a:normAutofit/>
          </a:bodyPr>
          <a:lstStyle>
            <a:lvl1pPr>
              <a:defRPr sz="6000">
                <a:solidFill>
                  <a:schemeClr val="bg1"/>
                </a:solidFill>
              </a:defRPr>
            </a:lvl1pPr>
          </a:lstStyle>
          <a:p>
            <a:r>
              <a:rPr lang="en-US"/>
              <a:t>HEADING</a:t>
            </a:r>
          </a:p>
        </p:txBody>
      </p:sp>
      <p:sp>
        <p:nvSpPr>
          <p:cNvPr id="8" name="Subtitle Placeholder">
            <a:extLst>
              <a:ext uri="{FF2B5EF4-FFF2-40B4-BE49-F238E27FC236}">
                <a16:creationId xmlns:a16="http://schemas.microsoft.com/office/drawing/2014/main" id="{93DA8837-8538-EC91-4522-8F7D0204BE34}"/>
              </a:ext>
            </a:extLst>
          </p:cNvPr>
          <p:cNvSpPr>
            <a:spLocks noGrp="1"/>
          </p:cNvSpPr>
          <p:nvPr>
            <p:ph type="body" sz="quarter" idx="12"/>
          </p:nvPr>
        </p:nvSpPr>
        <p:spPr>
          <a:xfrm>
            <a:off x="1627543" y="3603292"/>
            <a:ext cx="9470733" cy="1422098"/>
          </a:xfrm>
        </p:spPr>
        <p:txBody>
          <a:bodyPr>
            <a:normAutofit/>
          </a:bodyPr>
          <a:lstStyle>
            <a:lvl1pPr marL="0" indent="0">
              <a:buNone/>
              <a:defRPr sz="1800">
                <a:solidFill>
                  <a:schemeClr val="bg1"/>
                </a:solidFill>
              </a:defRPr>
            </a:lvl1pPr>
          </a:lstStyle>
          <a:p>
            <a:pPr lvl="0"/>
            <a:r>
              <a:rPr lang="en-US"/>
              <a:t>Click to edit Master text styles</a:t>
            </a:r>
          </a:p>
        </p:txBody>
      </p:sp>
      <p:sp>
        <p:nvSpPr>
          <p:cNvPr id="12" name="Department/Unit name Placeholder">
            <a:extLst>
              <a:ext uri="{FF2B5EF4-FFF2-40B4-BE49-F238E27FC236}">
                <a16:creationId xmlns:a16="http://schemas.microsoft.com/office/drawing/2014/main" id="{C3874A56-F068-73F4-0F8E-2728FC25B40F}"/>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FD4F4EDB-DDC3-8969-B1D8-C97542C1EFDC}"/>
              </a:ext>
              <a:ext uri="{C183D7F6-B498-43B3-948B-1728B52AA6E4}">
                <adec:decorative xmlns:adec="http://schemas.microsoft.com/office/drawing/2017/decorative" val="1"/>
              </a:ext>
            </a:extLst>
          </p:cNvPr>
          <p:cNvSpPr>
            <a:spLocks noGrp="1"/>
          </p:cNvSpPr>
          <p:nvPr>
            <p:ph type="sldNum" sz="quarter" idx="16"/>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09673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ansition Slid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B2C5E3-2C50-D5D2-E1FB-085CFA8C046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pic>
        <p:nvPicPr>
          <p:cNvPr id="5" name="Block I">
            <a:extLst>
              <a:ext uri="{FF2B5EF4-FFF2-40B4-BE49-F238E27FC236}">
                <a16:creationId xmlns:a16="http://schemas.microsoft.com/office/drawing/2014/main" id="{B6F3FFB3-15FF-5FEF-255A-ED6AEE9D57D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7"/>
            <a:ext cx="529475" cy="764795"/>
          </a:xfrm>
          <a:prstGeom prst="rect">
            <a:avLst/>
          </a:prstGeom>
        </p:spPr>
      </p:pic>
      <p:sp>
        <p:nvSpPr>
          <p:cNvPr id="15" name="Title underscore">
            <a:extLst>
              <a:ext uri="{FF2B5EF4-FFF2-40B4-BE49-F238E27FC236}">
                <a16:creationId xmlns:a16="http://schemas.microsoft.com/office/drawing/2014/main" id="{73C213B8-2261-4AAB-8CED-8BDC7849CB49}"/>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sp>
        <p:nvSpPr>
          <p:cNvPr id="4" name="Title Placeholder">
            <a:extLst>
              <a:ext uri="{FF2B5EF4-FFF2-40B4-BE49-F238E27FC236}">
                <a16:creationId xmlns:a16="http://schemas.microsoft.com/office/drawing/2014/main" id="{F7E785B2-7E34-E0D4-0458-2031C02479F1}"/>
              </a:ext>
            </a:extLst>
          </p:cNvPr>
          <p:cNvSpPr>
            <a:spLocks noGrp="1"/>
          </p:cNvSpPr>
          <p:nvPr>
            <p:ph type="title" hasCustomPrompt="1"/>
          </p:nvPr>
        </p:nvSpPr>
        <p:spPr>
          <a:xfrm>
            <a:off x="838200" y="2687998"/>
            <a:ext cx="10515600" cy="1325563"/>
          </a:xfrm>
        </p:spPr>
        <p:txBody>
          <a:bodyPr/>
          <a:lstStyle>
            <a:lvl1pPr algn="ctr">
              <a:defRPr sz="4500">
                <a:solidFill>
                  <a:schemeClr val="bg1"/>
                </a:solidFill>
              </a:defRPr>
            </a:lvl1pPr>
          </a:lstStyle>
          <a:p>
            <a:r>
              <a:rPr lang="en-US"/>
              <a:t>Heading</a:t>
            </a:r>
          </a:p>
        </p:txBody>
      </p:sp>
      <p:sp>
        <p:nvSpPr>
          <p:cNvPr id="14" name="Department/Unit name Placeholder">
            <a:extLst>
              <a:ext uri="{FF2B5EF4-FFF2-40B4-BE49-F238E27FC236}">
                <a16:creationId xmlns:a16="http://schemas.microsoft.com/office/drawing/2014/main" id="{43F3769A-076E-8C78-317D-5BCB57976EF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10" name="Slide Number Placeholder">
            <a:extLst>
              <a:ext uri="{FF2B5EF4-FFF2-40B4-BE49-F238E27FC236}">
                <a16:creationId xmlns:a16="http://schemas.microsoft.com/office/drawing/2014/main" id="{576D1151-1586-A4CD-17CD-700A8ECAB74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296970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ransition Slid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630D879-E427-F595-A720-AD68F45BEB6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7" cy="6858000"/>
          </a:xfrm>
          <a:prstGeom prst="rect">
            <a:avLst/>
          </a:prstGeom>
        </p:spPr>
      </p:pic>
      <p:pic>
        <p:nvPicPr>
          <p:cNvPr id="11" name="Block I">
            <a:extLst>
              <a:ext uri="{FF2B5EF4-FFF2-40B4-BE49-F238E27FC236}">
                <a16:creationId xmlns:a16="http://schemas.microsoft.com/office/drawing/2014/main" id="{03433787-1CFF-45E7-AF8C-BD6DE67D413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7" y="277806"/>
            <a:ext cx="528575" cy="764797"/>
          </a:xfrm>
          <a:prstGeom prst="rect">
            <a:avLst/>
          </a:prstGeom>
        </p:spPr>
      </p:pic>
      <p:sp>
        <p:nvSpPr>
          <p:cNvPr id="10" name="Title underscore">
            <a:extLst>
              <a:ext uri="{FF2B5EF4-FFF2-40B4-BE49-F238E27FC236}">
                <a16:creationId xmlns:a16="http://schemas.microsoft.com/office/drawing/2014/main" id="{9AB7A58C-6DBD-4739-B4B2-CF600754B16F}"/>
              </a:ext>
              <a:ext uri="{C183D7F6-B498-43B3-948B-1728B52AA6E4}">
                <adec:decorative xmlns:adec="http://schemas.microsoft.com/office/drawing/2017/decorative" val="1"/>
              </a:ext>
            </a:extLst>
          </p:cNvPr>
          <p:cNvSpPr/>
          <p:nvPr userDrawn="1"/>
        </p:nvSpPr>
        <p:spPr>
          <a:xfrm>
            <a:off x="5455664" y="415928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sp>
        <p:nvSpPr>
          <p:cNvPr id="6" name="Title Placeholder">
            <a:extLst>
              <a:ext uri="{FF2B5EF4-FFF2-40B4-BE49-F238E27FC236}">
                <a16:creationId xmlns:a16="http://schemas.microsoft.com/office/drawing/2014/main" id="{1E358E9E-D14A-D868-718C-3F41147F1E52}"/>
              </a:ext>
            </a:extLst>
          </p:cNvPr>
          <p:cNvSpPr>
            <a:spLocks noGrp="1"/>
          </p:cNvSpPr>
          <p:nvPr>
            <p:ph type="title" hasCustomPrompt="1"/>
          </p:nvPr>
        </p:nvSpPr>
        <p:spPr>
          <a:xfrm>
            <a:off x="838200" y="2687998"/>
            <a:ext cx="10515600" cy="1325563"/>
          </a:xfrm>
        </p:spPr>
        <p:txBody>
          <a:bodyPr/>
          <a:lstStyle>
            <a:lvl1pPr algn="ctr">
              <a:defRPr sz="4500">
                <a:solidFill>
                  <a:schemeClr val="bg1"/>
                </a:solidFill>
              </a:defRPr>
            </a:lvl1pPr>
          </a:lstStyle>
          <a:p>
            <a:r>
              <a:rPr lang="en-US"/>
              <a:t>Heading</a:t>
            </a:r>
          </a:p>
        </p:txBody>
      </p:sp>
      <p:sp>
        <p:nvSpPr>
          <p:cNvPr id="12" name="Department/Unit name Placeholder">
            <a:extLst>
              <a:ext uri="{FF2B5EF4-FFF2-40B4-BE49-F238E27FC236}">
                <a16:creationId xmlns:a16="http://schemas.microsoft.com/office/drawing/2014/main" id="{5A4D42FD-F2CE-B461-42FC-B7365425E02A}"/>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3" name="Slide Number Placeholder">
            <a:extLst>
              <a:ext uri="{FF2B5EF4-FFF2-40B4-BE49-F238E27FC236}">
                <a16:creationId xmlns:a16="http://schemas.microsoft.com/office/drawing/2014/main" id="{0C86609E-3488-AC7D-5BCD-1999D3DF71D1}"/>
              </a:ext>
              <a:ext uri="{C183D7F6-B498-43B3-948B-1728B52AA6E4}">
                <adec:decorative xmlns:adec="http://schemas.microsoft.com/office/drawing/2017/decorative" val="1"/>
              </a:ext>
            </a:extLst>
          </p:cNvPr>
          <p:cNvSpPr>
            <a:spLocks noGrp="1"/>
          </p:cNvSpPr>
          <p:nvPr>
            <p:ph type="sldNum" sz="quarter" idx="11"/>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385533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sp>
        <p:nvSpPr>
          <p:cNvPr id="4" name="Title Accent">
            <a:extLst>
              <a:ext uri="{FF2B5EF4-FFF2-40B4-BE49-F238E27FC236}">
                <a16:creationId xmlns:a16="http://schemas.microsoft.com/office/drawing/2014/main" id="{D0364173-A96F-9FE3-06E5-5B39DC86E4E6}"/>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6" name="Block I">
            <a:extLst>
              <a:ext uri="{FF2B5EF4-FFF2-40B4-BE49-F238E27FC236}">
                <a16:creationId xmlns:a16="http://schemas.microsoft.com/office/drawing/2014/main" id="{476E0D61-C12B-4A74-FA1D-11D7952A03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Footer background">
            <a:extLst>
              <a:ext uri="{FF2B5EF4-FFF2-40B4-BE49-F238E27FC236}">
                <a16:creationId xmlns:a16="http://schemas.microsoft.com/office/drawing/2014/main" id="{0D56C456-94C5-4B92-7452-76C649BE7F4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Title 1">
            <a:extLst>
              <a:ext uri="{FF2B5EF4-FFF2-40B4-BE49-F238E27FC236}">
                <a16:creationId xmlns:a16="http://schemas.microsoft.com/office/drawing/2014/main" id="{CF2F5268-A885-7E39-998A-D50E2D26FA32}"/>
              </a:ext>
            </a:extLst>
          </p:cNvPr>
          <p:cNvSpPr>
            <a:spLocks noGrp="1"/>
          </p:cNvSpPr>
          <p:nvPr>
            <p:ph type="title" hasCustomPrompt="1"/>
          </p:nvPr>
        </p:nvSpPr>
        <p:spPr>
          <a:xfrm>
            <a:off x="652463" y="276575"/>
            <a:ext cx="10370191" cy="1189820"/>
          </a:xfrm>
        </p:spPr>
        <p:txBody>
          <a:bodyPr>
            <a:normAutofit/>
          </a:bodyPr>
          <a:lstStyle>
            <a:lvl1pPr>
              <a:defRPr sz="3000">
                <a:solidFill>
                  <a:schemeClr val="tx1"/>
                </a:solidFill>
                <a:latin typeface="Arial" panose="020B0604020202020204" pitchFamily="34" charset="0"/>
                <a:cs typeface="Arial" panose="020B0604020202020204" pitchFamily="34" charset="0"/>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dirty="0"/>
              <a:t>Slide Title</a:t>
            </a:r>
          </a:p>
        </p:txBody>
      </p:sp>
      <p:sp>
        <p:nvSpPr>
          <p:cNvPr id="10" name="Text Placeholder 1">
            <a:extLst>
              <a:ext uri="{FF2B5EF4-FFF2-40B4-BE49-F238E27FC236}">
                <a16:creationId xmlns:a16="http://schemas.microsoft.com/office/drawing/2014/main" id="{5F48C7DE-94AB-9076-4335-F5D9A305B38D}"/>
              </a:ext>
            </a:extLst>
          </p:cNvPr>
          <p:cNvSpPr>
            <a:spLocks noGrp="1"/>
          </p:cNvSpPr>
          <p:nvPr>
            <p:ph type="body" sz="quarter" idx="20"/>
          </p:nvPr>
        </p:nvSpPr>
        <p:spPr>
          <a:xfrm>
            <a:off x="652463" y="1795751"/>
            <a:ext cx="10370191" cy="4120309"/>
          </a:xfrm>
        </p:spPr>
        <p:txBody>
          <a:bodyPr>
            <a:normAutofit/>
          </a:bodyPr>
          <a:lstStyle>
            <a:lvl1pPr marL="0" indent="0">
              <a:buNone/>
              <a:defRPr sz="2000">
                <a:solidFill>
                  <a:schemeClr val="tx1"/>
                </a:solidFill>
                <a:latin typeface="Arial" panose="020B0604020202020204" pitchFamily="34" charset="0"/>
                <a:cs typeface="Arial" panose="020B0604020202020204" pitchFamily="34" charset="0"/>
              </a:defRPr>
            </a:lvl1pPr>
          </a:lstStyle>
          <a:p>
            <a:pPr lvl="0"/>
            <a:r>
              <a:rPr lang="en-US" dirty="0"/>
              <a:t>Click to edit Master text styles</a:t>
            </a:r>
          </a:p>
        </p:txBody>
      </p:sp>
      <p:sp>
        <p:nvSpPr>
          <p:cNvPr id="8" name="Department/Unit name Placeholder">
            <a:extLst>
              <a:ext uri="{FF2B5EF4-FFF2-40B4-BE49-F238E27FC236}">
                <a16:creationId xmlns:a16="http://schemas.microsoft.com/office/drawing/2014/main" id="{B033ED9C-0B52-487F-8BD5-11759DAF6A37}"/>
              </a:ext>
            </a:extLst>
          </p:cNvPr>
          <p:cNvSpPr>
            <a:spLocks noGrp="1"/>
          </p:cNvSpPr>
          <p:nvPr>
            <p:ph type="body" sz="quarter" idx="15" hasCustomPrompt="1"/>
          </p:nvPr>
        </p:nvSpPr>
        <p:spPr>
          <a:xfrm>
            <a:off x="972360" y="6356352"/>
            <a:ext cx="8153400" cy="365125"/>
          </a:xfrm>
        </p:spPr>
        <p:txBody>
          <a:bodyPr anchor="ctr">
            <a:normAutofit/>
          </a:bodyPr>
          <a:lstStyle>
            <a:lvl1pPr marL="0" indent="0">
              <a:buNone/>
              <a:defRPr sz="1800">
                <a:solidFill>
                  <a:schemeClr val="bg1"/>
                </a:solidFill>
                <a:latin typeface="Arial" panose="020B0604020202020204" pitchFamily="34" charset="0"/>
                <a:cs typeface="Arial" panose="020B0604020202020204" pitchFamily="34" charset="0"/>
              </a:defRPr>
            </a:lvl1pPr>
          </a:lstStyle>
          <a:p>
            <a:pPr lvl="0"/>
            <a:r>
              <a:rPr lang="en-US" dirty="0"/>
              <a:t>DEPARTMENT/UNIT NAME</a:t>
            </a:r>
          </a:p>
        </p:txBody>
      </p:sp>
      <p:sp>
        <p:nvSpPr>
          <p:cNvPr id="9" name="Slide Number Placeholder">
            <a:extLst>
              <a:ext uri="{FF2B5EF4-FFF2-40B4-BE49-F238E27FC236}">
                <a16:creationId xmlns:a16="http://schemas.microsoft.com/office/drawing/2014/main" id="{08AAFB27-B643-3132-E0CD-89C471BF4A88}"/>
              </a:ext>
              <a:ext uri="{C183D7F6-B498-43B3-948B-1728B52AA6E4}">
                <adec:decorative xmlns:adec="http://schemas.microsoft.com/office/drawing/2017/decorative" val="1"/>
              </a:ext>
            </a:extLst>
          </p:cNvPr>
          <p:cNvSpPr>
            <a:spLocks noGrp="1"/>
          </p:cNvSpPr>
          <p:nvPr>
            <p:ph type="sldNum" sz="quarter" idx="17"/>
          </p:nvPr>
        </p:nvSpPr>
        <p:spPr>
          <a:xfrm>
            <a:off x="9710670" y="6356352"/>
            <a:ext cx="1643130" cy="365125"/>
          </a:xfrm>
        </p:spPr>
        <p:txBody>
          <a:bodyPr/>
          <a:lstStyle>
            <a:lvl1pPr>
              <a:defRPr sz="1800">
                <a:latin typeface="Arial" panose="020B0604020202020204" pitchFamily="34" charset="0"/>
                <a:cs typeface="Arial" panose="020B0604020202020204" pitchFamily="34" charset="0"/>
              </a:defRPr>
            </a:lvl1p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2532151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80743D9-A6A8-DB12-6B2E-147C03806805}"/>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19" name="Subheading">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30" y="1913538"/>
            <a:ext cx="10370191" cy="764799"/>
          </a:xfrm>
        </p:spPr>
        <p:txBody>
          <a:bodyPr anchor="ctr">
            <a:normAutofit/>
          </a:bodyPr>
          <a:lstStyle>
            <a:lvl1pPr marL="0" indent="0" algn="l">
              <a:lnSpc>
                <a:spcPct val="70000"/>
              </a:lnSpc>
              <a:buNone/>
              <a:defRPr sz="2250">
                <a:solidFill>
                  <a:schemeClr val="bg2"/>
                </a:solidFill>
                <a:latin typeface="+mj-lt"/>
              </a:defRPr>
            </a:lvl1pPr>
          </a:lstStyle>
          <a:p>
            <a:pPr lvl="0"/>
            <a:r>
              <a:rPr lang="en-US"/>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3" y="2688807"/>
            <a:ext cx="10370191" cy="963149"/>
          </a:xfrm>
        </p:spPr>
        <p:txBody>
          <a:bodyPr>
            <a:normAutofit/>
          </a:bodyPr>
          <a:lstStyle>
            <a:lvl1pPr marL="0" indent="0">
              <a:buNone/>
              <a:defRPr sz="1500">
                <a:solidFill>
                  <a:schemeClr val="tx2"/>
                </a:solidFill>
              </a:defRPr>
            </a:lvl1pPr>
          </a:lstStyle>
          <a:p>
            <a:pPr lvl="0"/>
            <a:r>
              <a:rPr lang="en-US"/>
              <a:t>Click to edit Master text styles</a:t>
            </a:r>
          </a:p>
        </p:txBody>
      </p:sp>
      <p:sp>
        <p:nvSpPr>
          <p:cNvPr id="21" name="Subheading 2">
            <a:extLst>
              <a:ext uri="{FF2B5EF4-FFF2-40B4-BE49-F238E27FC236}">
                <a16:creationId xmlns:a16="http://schemas.microsoft.com/office/drawing/2014/main" id="{2D3D518F-FED5-7E25-12CE-FCBE9431A5C8}"/>
              </a:ext>
            </a:extLst>
          </p:cNvPr>
          <p:cNvSpPr>
            <a:spLocks noGrp="1"/>
          </p:cNvSpPr>
          <p:nvPr>
            <p:ph type="body" sz="quarter" idx="21" hasCustomPrompt="1"/>
          </p:nvPr>
        </p:nvSpPr>
        <p:spPr>
          <a:xfrm>
            <a:off x="654230" y="3957790"/>
            <a:ext cx="10370191" cy="764799"/>
          </a:xfrm>
        </p:spPr>
        <p:txBody>
          <a:bodyPr anchor="ctr">
            <a:normAutofit/>
          </a:bodyPr>
          <a:lstStyle>
            <a:lvl1pPr marL="0" indent="0" algn="l">
              <a:lnSpc>
                <a:spcPct val="70000"/>
              </a:lnSpc>
              <a:buNone/>
              <a:defRPr sz="2250">
                <a:solidFill>
                  <a:schemeClr val="tx2"/>
                </a:solidFill>
                <a:latin typeface="+mj-lt"/>
              </a:defRPr>
            </a:lvl1pPr>
          </a:lstStyle>
          <a:p>
            <a:pPr lvl="0"/>
            <a:r>
              <a:rPr lang="en-US"/>
              <a:t>Subhead</a:t>
            </a:r>
          </a:p>
        </p:txBody>
      </p:sp>
      <p:sp>
        <p:nvSpPr>
          <p:cNvPr id="22" name="Text Placeholder 2">
            <a:extLst>
              <a:ext uri="{FF2B5EF4-FFF2-40B4-BE49-F238E27FC236}">
                <a16:creationId xmlns:a16="http://schemas.microsoft.com/office/drawing/2014/main" id="{A9071244-DD24-D83B-A3BC-DF4D85E0872F}"/>
              </a:ext>
            </a:extLst>
          </p:cNvPr>
          <p:cNvSpPr>
            <a:spLocks noGrp="1"/>
          </p:cNvSpPr>
          <p:nvPr>
            <p:ph type="body" sz="quarter" idx="22"/>
          </p:nvPr>
        </p:nvSpPr>
        <p:spPr>
          <a:xfrm>
            <a:off x="652463" y="4733059"/>
            <a:ext cx="10370191" cy="963149"/>
          </a:xfrm>
        </p:spPr>
        <p:txBody>
          <a:bodyPr>
            <a:normAutofit/>
          </a:bodyPr>
          <a:lstStyle>
            <a:lvl1pPr marL="0" indent="0">
              <a:buNone/>
              <a:defRPr sz="15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Department/Unit name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0970047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6" name="Rectangle 15">
            <a:extLst>
              <a:ext uri="{FF2B5EF4-FFF2-40B4-BE49-F238E27FC236}">
                <a16:creationId xmlns:a16="http://schemas.microsoft.com/office/drawing/2014/main" id="{3E00EE44-1662-6C19-8EEE-4473520AD683}"/>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sp>
        <p:nvSpPr>
          <p:cNvPr id="3" name="Title 1">
            <a:extLst>
              <a:ext uri="{FF2B5EF4-FFF2-40B4-BE49-F238E27FC236}">
                <a16:creationId xmlns:a16="http://schemas.microsoft.com/office/drawing/2014/main" id="{FEC33744-A502-FBC7-B1D3-73DF0C333BF9}"/>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19" name="Subhead Placeholder - left">
            <a:extLst>
              <a:ext uri="{FF2B5EF4-FFF2-40B4-BE49-F238E27FC236}">
                <a16:creationId xmlns:a16="http://schemas.microsoft.com/office/drawing/2014/main" id="{CC490E05-74DB-0E53-9364-2C3ADCC6A241}"/>
              </a:ext>
            </a:extLst>
          </p:cNvPr>
          <p:cNvSpPr>
            <a:spLocks noGrp="1"/>
          </p:cNvSpPr>
          <p:nvPr>
            <p:ph type="body" sz="quarter" idx="19" hasCustomPrompt="1"/>
          </p:nvPr>
        </p:nvSpPr>
        <p:spPr>
          <a:xfrm>
            <a:off x="654229" y="2010000"/>
            <a:ext cx="4876417" cy="764799"/>
          </a:xfrm>
        </p:spPr>
        <p:txBody>
          <a:bodyPr anchor="ctr">
            <a:normAutofit/>
          </a:bodyPr>
          <a:lstStyle>
            <a:lvl1pPr marL="0" indent="0" algn="l">
              <a:lnSpc>
                <a:spcPct val="70000"/>
              </a:lnSpc>
              <a:buNone/>
              <a:defRPr sz="2250">
                <a:solidFill>
                  <a:schemeClr val="bg2"/>
                </a:solidFill>
                <a:latin typeface="+mj-lt"/>
              </a:defRPr>
            </a:lvl1pPr>
          </a:lstStyle>
          <a:p>
            <a:pPr lvl="0"/>
            <a:r>
              <a:rPr lang="en-US"/>
              <a:t>Subhead</a:t>
            </a:r>
          </a:p>
        </p:txBody>
      </p:sp>
      <p:sp>
        <p:nvSpPr>
          <p:cNvPr id="20" name="Text Placeholder 1">
            <a:extLst>
              <a:ext uri="{FF2B5EF4-FFF2-40B4-BE49-F238E27FC236}">
                <a16:creationId xmlns:a16="http://schemas.microsoft.com/office/drawing/2014/main" id="{5611F233-E768-987E-50BE-BF98E82C82BD}"/>
              </a:ext>
            </a:extLst>
          </p:cNvPr>
          <p:cNvSpPr>
            <a:spLocks noGrp="1"/>
          </p:cNvSpPr>
          <p:nvPr>
            <p:ph type="body" sz="quarter" idx="20"/>
          </p:nvPr>
        </p:nvSpPr>
        <p:spPr>
          <a:xfrm>
            <a:off x="652465" y="2785269"/>
            <a:ext cx="4876417" cy="2155443"/>
          </a:xfrm>
        </p:spPr>
        <p:txBody>
          <a:bodyPr>
            <a:normAutofit/>
          </a:bodyPr>
          <a:lstStyle>
            <a:lvl1pPr marL="0" indent="0">
              <a:buNone/>
              <a:defRPr sz="1500">
                <a:solidFill>
                  <a:schemeClr val="tx2"/>
                </a:solidFill>
              </a:defRPr>
            </a:lvl1pPr>
          </a:lstStyle>
          <a:p>
            <a:pPr lvl="0"/>
            <a:r>
              <a:rPr lang="en-US"/>
              <a:t>Click to edit Master text styles</a:t>
            </a:r>
          </a:p>
        </p:txBody>
      </p:sp>
      <p:sp>
        <p:nvSpPr>
          <p:cNvPr id="14" name="Subhead Placeholder - right">
            <a:extLst>
              <a:ext uri="{FF2B5EF4-FFF2-40B4-BE49-F238E27FC236}">
                <a16:creationId xmlns:a16="http://schemas.microsoft.com/office/drawing/2014/main" id="{224424D1-87E7-3962-19AA-DA17D1EABB17}"/>
              </a:ext>
            </a:extLst>
          </p:cNvPr>
          <p:cNvSpPr>
            <a:spLocks noGrp="1"/>
          </p:cNvSpPr>
          <p:nvPr>
            <p:ph type="body" sz="quarter" idx="21" hasCustomPrompt="1"/>
          </p:nvPr>
        </p:nvSpPr>
        <p:spPr>
          <a:xfrm>
            <a:off x="6148004" y="2010000"/>
            <a:ext cx="4876417" cy="764799"/>
          </a:xfrm>
        </p:spPr>
        <p:txBody>
          <a:bodyPr anchor="ctr">
            <a:normAutofit/>
          </a:bodyPr>
          <a:lstStyle>
            <a:lvl1pPr marL="0" indent="0" algn="l">
              <a:lnSpc>
                <a:spcPct val="70000"/>
              </a:lnSpc>
              <a:buNone/>
              <a:defRPr sz="2250">
                <a:solidFill>
                  <a:schemeClr val="tx2"/>
                </a:solidFill>
                <a:latin typeface="+mj-lt"/>
              </a:defRPr>
            </a:lvl1pPr>
          </a:lstStyle>
          <a:p>
            <a:pPr lvl="0"/>
            <a:r>
              <a:rPr lang="en-US"/>
              <a:t>Subhead</a:t>
            </a:r>
          </a:p>
        </p:txBody>
      </p:sp>
      <p:sp>
        <p:nvSpPr>
          <p:cNvPr id="15" name="Text Placeholder 2">
            <a:extLst>
              <a:ext uri="{FF2B5EF4-FFF2-40B4-BE49-F238E27FC236}">
                <a16:creationId xmlns:a16="http://schemas.microsoft.com/office/drawing/2014/main" id="{7629D8EC-3306-885D-34FB-A593175BDA59}"/>
              </a:ext>
            </a:extLst>
          </p:cNvPr>
          <p:cNvSpPr>
            <a:spLocks noGrp="1"/>
          </p:cNvSpPr>
          <p:nvPr>
            <p:ph type="body" sz="quarter" idx="22"/>
          </p:nvPr>
        </p:nvSpPr>
        <p:spPr>
          <a:xfrm>
            <a:off x="6146238" y="2785269"/>
            <a:ext cx="4876417" cy="2155443"/>
          </a:xfrm>
        </p:spPr>
        <p:txBody>
          <a:bodyPr>
            <a:normAutofit/>
          </a:bodyPr>
          <a:lstStyle>
            <a:lvl1pPr marL="0" indent="0">
              <a:buNone/>
              <a:defRPr sz="1500">
                <a:solidFill>
                  <a:schemeClr val="tx2"/>
                </a:solidFill>
              </a:defRPr>
            </a:lvl1pPr>
          </a:lstStyle>
          <a:p>
            <a:pPr lvl="0"/>
            <a:r>
              <a:rPr lang="en-US"/>
              <a:t>Click to edit Master text styles</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4" name="Department/Unit name Placeholder">
            <a:extLst>
              <a:ext uri="{FF2B5EF4-FFF2-40B4-BE49-F238E27FC236}">
                <a16:creationId xmlns:a16="http://schemas.microsoft.com/office/drawing/2014/main" id="{78C65027-A687-41F0-E627-6C9CA6C8D0A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4682548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sp>
        <p:nvSpPr>
          <p:cNvPr id="23" name="Title accent">
            <a:extLst>
              <a:ext uri="{FF2B5EF4-FFF2-40B4-BE49-F238E27FC236}">
                <a16:creationId xmlns:a16="http://schemas.microsoft.com/office/drawing/2014/main" id="{115AD324-E2E1-9400-B6BC-49D0C5F6A834}"/>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D71844C4-2CEE-3AA9-FDAD-BAF322CBDD11}"/>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25" name="Subhead Placeholder - left">
            <a:extLst>
              <a:ext uri="{FF2B5EF4-FFF2-40B4-BE49-F238E27FC236}">
                <a16:creationId xmlns:a16="http://schemas.microsoft.com/office/drawing/2014/main" id="{4F21266B-E068-C84F-857F-629382CE951B}"/>
              </a:ext>
            </a:extLst>
          </p:cNvPr>
          <p:cNvSpPr>
            <a:spLocks noGrp="1"/>
          </p:cNvSpPr>
          <p:nvPr>
            <p:ph type="body" sz="quarter" idx="19" hasCustomPrompt="1"/>
          </p:nvPr>
        </p:nvSpPr>
        <p:spPr>
          <a:xfrm>
            <a:off x="654229" y="2010000"/>
            <a:ext cx="4876417" cy="764799"/>
          </a:xfrm>
        </p:spPr>
        <p:txBody>
          <a:bodyPr anchor="ctr">
            <a:normAutofit/>
          </a:bodyPr>
          <a:lstStyle>
            <a:lvl1pPr marL="0" indent="0" algn="l">
              <a:lnSpc>
                <a:spcPct val="70000"/>
              </a:lnSpc>
              <a:buNone/>
              <a:defRPr sz="2250">
                <a:solidFill>
                  <a:schemeClr val="bg2"/>
                </a:solidFill>
                <a:latin typeface="+mj-lt"/>
              </a:defRPr>
            </a:lvl1pPr>
          </a:lstStyle>
          <a:p>
            <a:pPr lvl="0"/>
            <a:r>
              <a:rPr lang="en-US"/>
              <a:t>Subhead</a:t>
            </a:r>
          </a:p>
        </p:txBody>
      </p:sp>
      <p:sp>
        <p:nvSpPr>
          <p:cNvPr id="28" name="Text Placeholder - left">
            <a:extLst>
              <a:ext uri="{FF2B5EF4-FFF2-40B4-BE49-F238E27FC236}">
                <a16:creationId xmlns:a16="http://schemas.microsoft.com/office/drawing/2014/main" id="{E378921D-C904-2C44-DAD3-10FCD0515514}"/>
              </a:ext>
            </a:extLst>
          </p:cNvPr>
          <p:cNvSpPr>
            <a:spLocks noGrp="1"/>
          </p:cNvSpPr>
          <p:nvPr>
            <p:ph type="body" sz="quarter" idx="22" hasCustomPrompt="1"/>
          </p:nvPr>
        </p:nvSpPr>
        <p:spPr>
          <a:xfrm>
            <a:off x="651082" y="2774950"/>
            <a:ext cx="4876417" cy="2668588"/>
          </a:xfrm>
        </p:spPr>
        <p:txBody>
          <a:bodyPr/>
          <a:lstStyle>
            <a:lvl1pPr marL="171450" indent="-171450">
              <a:buFont typeface="Courier New" panose="02070309020205020404" pitchFamily="49" charset="0"/>
              <a:buChar char="o"/>
              <a:defRPr sz="1500"/>
            </a:lvl1pPr>
            <a:lvl2pPr marL="514350" indent="-171450">
              <a:buFont typeface="Courier New" panose="02070309020205020404" pitchFamily="49" charset="0"/>
              <a:buChar char="o"/>
              <a:defRPr sz="1350"/>
            </a:lvl2pPr>
            <a:lvl3pPr marL="857250" indent="-171450">
              <a:buFont typeface="Courier New" panose="02070309020205020404" pitchFamily="49" charset="0"/>
              <a:buChar char="o"/>
              <a:defRPr sz="1350"/>
            </a:lvl3pPr>
            <a:lvl4pPr marL="1200150" indent="-171450">
              <a:buFont typeface="Courier New" panose="02070309020205020404" pitchFamily="49" charset="0"/>
              <a:buChar char="o"/>
              <a:defRPr/>
            </a:lvl4pPr>
            <a:lvl5pPr marL="1543050" indent="-171450">
              <a:buFont typeface="Courier New" panose="02070309020205020404" pitchFamily="49" charset="0"/>
              <a:buChar char="o"/>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6" name="Subhead Placeholder - right">
            <a:extLst>
              <a:ext uri="{FF2B5EF4-FFF2-40B4-BE49-F238E27FC236}">
                <a16:creationId xmlns:a16="http://schemas.microsoft.com/office/drawing/2014/main" id="{EEBD4F98-6476-56B5-5D6A-FDFCA46BF70F}"/>
              </a:ext>
            </a:extLst>
          </p:cNvPr>
          <p:cNvSpPr>
            <a:spLocks noGrp="1"/>
          </p:cNvSpPr>
          <p:nvPr>
            <p:ph type="body" sz="quarter" idx="21" hasCustomPrompt="1"/>
          </p:nvPr>
        </p:nvSpPr>
        <p:spPr>
          <a:xfrm>
            <a:off x="6148004" y="2010000"/>
            <a:ext cx="4876417" cy="764799"/>
          </a:xfrm>
        </p:spPr>
        <p:txBody>
          <a:bodyPr anchor="ctr">
            <a:normAutofit/>
          </a:bodyPr>
          <a:lstStyle>
            <a:lvl1pPr marL="0" indent="0" algn="l">
              <a:lnSpc>
                <a:spcPct val="70000"/>
              </a:lnSpc>
              <a:buNone/>
              <a:defRPr sz="2250">
                <a:solidFill>
                  <a:schemeClr val="tx2"/>
                </a:solidFill>
                <a:latin typeface="+mj-lt"/>
              </a:defRPr>
            </a:lvl1pPr>
          </a:lstStyle>
          <a:p>
            <a:pPr lvl="0"/>
            <a:r>
              <a:rPr lang="en-US"/>
              <a:t>Subhead</a:t>
            </a:r>
          </a:p>
        </p:txBody>
      </p:sp>
      <p:sp>
        <p:nvSpPr>
          <p:cNvPr id="30" name="Text Placeholder -right">
            <a:extLst>
              <a:ext uri="{FF2B5EF4-FFF2-40B4-BE49-F238E27FC236}">
                <a16:creationId xmlns:a16="http://schemas.microsoft.com/office/drawing/2014/main" id="{E6AC3C03-BBBE-A121-29AB-D885327950BE}"/>
              </a:ext>
            </a:extLst>
          </p:cNvPr>
          <p:cNvSpPr>
            <a:spLocks noGrp="1"/>
          </p:cNvSpPr>
          <p:nvPr>
            <p:ph type="body" sz="quarter" idx="23" hasCustomPrompt="1"/>
          </p:nvPr>
        </p:nvSpPr>
        <p:spPr>
          <a:xfrm>
            <a:off x="6144857" y="2774797"/>
            <a:ext cx="4876417" cy="2668588"/>
          </a:xfrm>
        </p:spPr>
        <p:txBody>
          <a:bodyPr/>
          <a:lstStyle>
            <a:lvl1pPr marL="171450" indent="-171450">
              <a:buFont typeface="Courier New" panose="02070309020205020404" pitchFamily="49" charset="0"/>
              <a:buChar char="o"/>
              <a:defRPr sz="1500"/>
            </a:lvl1pPr>
            <a:lvl2pPr marL="514350" indent="-171450">
              <a:buFont typeface="Courier New" panose="02070309020205020404" pitchFamily="49" charset="0"/>
              <a:buChar char="o"/>
              <a:defRPr sz="1350"/>
            </a:lvl2pPr>
            <a:lvl3pPr marL="857250" indent="-171450">
              <a:buFont typeface="Courier New" panose="02070309020205020404" pitchFamily="49" charset="0"/>
              <a:buChar char="o"/>
              <a:defRPr sz="1350"/>
            </a:lvl3pPr>
            <a:lvl4pPr marL="1200150" indent="-171450">
              <a:buFont typeface="Courier New" panose="02070309020205020404" pitchFamily="49" charset="0"/>
              <a:buChar char="o"/>
              <a:defRPr/>
            </a:lvl4pPr>
            <a:lvl5pPr marL="1543050" indent="-171450">
              <a:buFont typeface="Courier New" panose="02070309020205020404" pitchFamily="49" charset="0"/>
              <a:buChar char="o"/>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1" name="Department/unit name Placeholder">
            <a:extLst>
              <a:ext uri="{FF2B5EF4-FFF2-40B4-BE49-F238E27FC236}">
                <a16:creationId xmlns:a16="http://schemas.microsoft.com/office/drawing/2014/main" id="{447F6171-D545-B452-563D-EFB2AE96669D}"/>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4" name="Slide Number Placeholder">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163101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9" name="Title 1">
            <a:extLst>
              <a:ext uri="{FF2B5EF4-FFF2-40B4-BE49-F238E27FC236}">
                <a16:creationId xmlns:a16="http://schemas.microsoft.com/office/drawing/2014/main" id="{36BB2015-0086-DF08-8A25-8A0616C8BB6A}"/>
              </a:ext>
            </a:extLst>
          </p:cNvPr>
          <p:cNvSpPr>
            <a:spLocks noGrp="1"/>
          </p:cNvSpPr>
          <p:nvPr>
            <p:ph type="title" hasCustomPrompt="1"/>
          </p:nvPr>
        </p:nvSpPr>
        <p:spPr>
          <a:xfrm>
            <a:off x="3051180" y="1291652"/>
            <a:ext cx="6189488" cy="807792"/>
          </a:xfrm>
        </p:spPr>
        <p:txBody>
          <a:bodyPr>
            <a:normAutofit/>
          </a:bodyPr>
          <a:lstStyle>
            <a:lvl1pPr algn="ct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Large Quote</a:t>
            </a:r>
          </a:p>
        </p:txBody>
      </p:sp>
      <p:sp>
        <p:nvSpPr>
          <p:cNvPr id="12" name="Quote 1 - left">
            <a:extLst>
              <a:ext uri="{FF2B5EF4-FFF2-40B4-BE49-F238E27FC236}">
                <a16:creationId xmlns:a16="http://schemas.microsoft.com/office/drawing/2014/main" id="{74CB6488-2929-62E5-C898-745037E06918}"/>
              </a:ext>
              <a:ext uri="{C183D7F6-B498-43B3-948B-1728B52AA6E4}">
                <adec:decorative xmlns:adec="http://schemas.microsoft.com/office/drawing/2017/decorative" val="1"/>
              </a:ext>
            </a:extLst>
          </p:cNvPr>
          <p:cNvSpPr txBox="1">
            <a:spLocks/>
          </p:cNvSpPr>
          <p:nvPr userDrawn="1"/>
        </p:nvSpPr>
        <p:spPr>
          <a:xfrm>
            <a:off x="2273810" y="1167968"/>
            <a:ext cx="1184623"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200">
                <a:solidFill>
                  <a:schemeClr val="bg2"/>
                </a:solidFill>
              </a:rPr>
              <a:t>“</a:t>
            </a:r>
          </a:p>
        </p:txBody>
      </p:sp>
      <p:sp>
        <p:nvSpPr>
          <p:cNvPr id="13" name="Quote 1 - right">
            <a:extLst>
              <a:ext uri="{FF2B5EF4-FFF2-40B4-BE49-F238E27FC236}">
                <a16:creationId xmlns:a16="http://schemas.microsoft.com/office/drawing/2014/main" id="{91174DFB-BAA6-41D2-C5C4-B438E22AB41F}"/>
              </a:ext>
              <a:ext uri="{C183D7F6-B498-43B3-948B-1728B52AA6E4}">
                <adec:decorative xmlns:adec="http://schemas.microsoft.com/office/drawing/2017/decorative" val="1"/>
              </a:ext>
            </a:extLst>
          </p:cNvPr>
          <p:cNvSpPr txBox="1">
            <a:spLocks/>
          </p:cNvSpPr>
          <p:nvPr userDrawn="1"/>
        </p:nvSpPr>
        <p:spPr>
          <a:xfrm>
            <a:off x="9140822" y="1185258"/>
            <a:ext cx="1184623"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200">
                <a:solidFill>
                  <a:schemeClr val="bg2"/>
                </a:solidFill>
              </a:rPr>
              <a:t>”</a:t>
            </a:r>
          </a:p>
        </p:txBody>
      </p:sp>
      <p:sp>
        <p:nvSpPr>
          <p:cNvPr id="17" name="Attribution 1 Placeholder">
            <a:extLst>
              <a:ext uri="{FF2B5EF4-FFF2-40B4-BE49-F238E27FC236}">
                <a16:creationId xmlns:a16="http://schemas.microsoft.com/office/drawing/2014/main" id="{2A25C115-1C3A-AC3A-C7C7-570E85027B6A}"/>
              </a:ext>
            </a:extLst>
          </p:cNvPr>
          <p:cNvSpPr>
            <a:spLocks noGrp="1"/>
          </p:cNvSpPr>
          <p:nvPr>
            <p:ph type="body" sz="quarter" idx="20" hasCustomPrompt="1"/>
          </p:nvPr>
        </p:nvSpPr>
        <p:spPr>
          <a:xfrm>
            <a:off x="7127192" y="2116734"/>
            <a:ext cx="2113475" cy="429881"/>
          </a:xfrm>
        </p:spPr>
        <p:txBody>
          <a:bodyPr anchor="ctr">
            <a:normAutofit/>
          </a:bodyPr>
          <a:lstStyle>
            <a:lvl1pPr marL="0" indent="0" algn="r">
              <a:lnSpc>
                <a:spcPct val="70000"/>
              </a:lnSpc>
              <a:buNone/>
              <a:defRPr sz="1500">
                <a:solidFill>
                  <a:schemeClr val="tx2"/>
                </a:solidFill>
                <a:latin typeface="+mn-lt"/>
              </a:defRPr>
            </a:lvl1pPr>
          </a:lstStyle>
          <a:p>
            <a:pPr lvl="0"/>
            <a:r>
              <a:rPr lang="en-US"/>
              <a:t>Author</a:t>
            </a:r>
          </a:p>
        </p:txBody>
      </p:sp>
      <p:sp>
        <p:nvSpPr>
          <p:cNvPr id="7" name="Quote 2 - left">
            <a:extLst>
              <a:ext uri="{FF2B5EF4-FFF2-40B4-BE49-F238E27FC236}">
                <a16:creationId xmlns:a16="http://schemas.microsoft.com/office/drawing/2014/main" id="{007BC3EA-75CF-5946-828D-DEFAF530E77B}"/>
              </a:ext>
              <a:ext uri="{C183D7F6-B498-43B3-948B-1728B52AA6E4}">
                <adec:decorative xmlns:adec="http://schemas.microsoft.com/office/drawing/2017/decorative" val="1"/>
              </a:ext>
            </a:extLst>
          </p:cNvPr>
          <p:cNvSpPr txBox="1">
            <a:spLocks/>
          </p:cNvSpPr>
          <p:nvPr userDrawn="1"/>
        </p:nvSpPr>
        <p:spPr>
          <a:xfrm>
            <a:off x="2273810" y="3477026"/>
            <a:ext cx="1184623"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200">
                <a:solidFill>
                  <a:srgbClr val="FF5F05"/>
                </a:solidFill>
              </a:rPr>
              <a:t>“</a:t>
            </a:r>
          </a:p>
        </p:txBody>
      </p:sp>
      <p:sp>
        <p:nvSpPr>
          <p:cNvPr id="8" name="Quote 2 - right">
            <a:extLst>
              <a:ext uri="{FF2B5EF4-FFF2-40B4-BE49-F238E27FC236}">
                <a16:creationId xmlns:a16="http://schemas.microsoft.com/office/drawing/2014/main" id="{254A594E-C5D9-FA57-D21E-EAA6B5CB7529}"/>
              </a:ext>
              <a:ext uri="{C183D7F6-B498-43B3-948B-1728B52AA6E4}">
                <adec:decorative xmlns:adec="http://schemas.microsoft.com/office/drawing/2017/decorative" val="1"/>
              </a:ext>
            </a:extLst>
          </p:cNvPr>
          <p:cNvSpPr txBox="1">
            <a:spLocks/>
          </p:cNvSpPr>
          <p:nvPr userDrawn="1"/>
        </p:nvSpPr>
        <p:spPr>
          <a:xfrm>
            <a:off x="9088267" y="3494314"/>
            <a:ext cx="1184623" cy="1373521"/>
          </a:xfrm>
          <a:prstGeom prst="rect">
            <a:avLst/>
          </a:prstGeom>
        </p:spPr>
        <p:txBody>
          <a:bodyPr>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7200">
                <a:solidFill>
                  <a:schemeClr val="bg2"/>
                </a:solidFill>
              </a:rPr>
              <a:t>”</a:t>
            </a:r>
          </a:p>
        </p:txBody>
      </p:sp>
      <p:sp>
        <p:nvSpPr>
          <p:cNvPr id="19" name="Long Quote Placeholder">
            <a:extLst>
              <a:ext uri="{FF2B5EF4-FFF2-40B4-BE49-F238E27FC236}">
                <a16:creationId xmlns:a16="http://schemas.microsoft.com/office/drawing/2014/main" id="{C6593C7D-5AD9-BC2C-0070-B0B3F7287B22}"/>
              </a:ext>
            </a:extLst>
          </p:cNvPr>
          <p:cNvSpPr>
            <a:spLocks noGrp="1"/>
          </p:cNvSpPr>
          <p:nvPr>
            <p:ph type="body" sz="quarter" idx="21" hasCustomPrompt="1"/>
          </p:nvPr>
        </p:nvSpPr>
        <p:spPr>
          <a:xfrm>
            <a:off x="3060742" y="3501730"/>
            <a:ext cx="6179927" cy="1507248"/>
          </a:xfrm>
        </p:spPr>
        <p:txBody>
          <a:bodyPr anchor="ctr">
            <a:normAutofit/>
          </a:bodyPr>
          <a:lstStyle>
            <a:lvl1pPr marL="0" indent="0" algn="ctr">
              <a:lnSpc>
                <a:spcPct val="70000"/>
              </a:lnSpc>
              <a:buNone/>
              <a:defRPr sz="1800">
                <a:solidFill>
                  <a:schemeClr val="tx2"/>
                </a:solidFill>
                <a:latin typeface="+mn-lt"/>
              </a:defRPr>
            </a:lvl1pPr>
          </a:lstStyle>
          <a:p>
            <a:pPr lvl="0"/>
            <a:r>
              <a:rPr lang="en-US"/>
              <a:t>Long Paragraph Quote </a:t>
            </a:r>
          </a:p>
        </p:txBody>
      </p:sp>
      <p:sp>
        <p:nvSpPr>
          <p:cNvPr id="20" name="Long Quote attribution Placeholder">
            <a:extLst>
              <a:ext uri="{FF2B5EF4-FFF2-40B4-BE49-F238E27FC236}">
                <a16:creationId xmlns:a16="http://schemas.microsoft.com/office/drawing/2014/main" id="{D808D8CD-BCBE-F257-3C6F-64185F7ABD10}"/>
              </a:ext>
            </a:extLst>
          </p:cNvPr>
          <p:cNvSpPr>
            <a:spLocks noGrp="1"/>
          </p:cNvSpPr>
          <p:nvPr>
            <p:ph type="body" sz="quarter" idx="22" hasCustomPrompt="1"/>
          </p:nvPr>
        </p:nvSpPr>
        <p:spPr>
          <a:xfrm>
            <a:off x="7127192" y="5065126"/>
            <a:ext cx="2113475" cy="429881"/>
          </a:xfrm>
        </p:spPr>
        <p:txBody>
          <a:bodyPr anchor="ctr">
            <a:normAutofit/>
          </a:bodyPr>
          <a:lstStyle>
            <a:lvl1pPr marL="0" indent="0" algn="r">
              <a:lnSpc>
                <a:spcPct val="70000"/>
              </a:lnSpc>
              <a:buNone/>
              <a:defRPr sz="1500">
                <a:solidFill>
                  <a:schemeClr val="tx2"/>
                </a:solidFill>
                <a:latin typeface="+mn-lt"/>
              </a:defRPr>
            </a:lvl1pPr>
          </a:lstStyle>
          <a:p>
            <a:pPr lvl="0"/>
            <a:r>
              <a:rPr lang="en-US"/>
              <a:t>Author</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4755280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Slide 1">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7" name="Title 1">
            <a:extLst>
              <a:ext uri="{FF2B5EF4-FFF2-40B4-BE49-F238E27FC236}">
                <a16:creationId xmlns:a16="http://schemas.microsoft.com/office/drawing/2014/main" id="{806AA2EA-F5CC-A830-112E-D187F5411352}"/>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554039" y="1786687"/>
            <a:ext cx="4738687" cy="2042930"/>
          </a:xfrm>
          <a:solidFill>
            <a:schemeClr val="bg1">
              <a:lumMod val="75000"/>
            </a:schemeClr>
          </a:solidFill>
        </p:spPr>
        <p:txBody>
          <a:bodyPr/>
          <a:lstStyle>
            <a:lvl1pPr marL="0" indent="0">
              <a:buNone/>
              <a:defRPr/>
            </a:lvl1pPr>
          </a:lstStyle>
          <a:p>
            <a:r>
              <a:rPr lang="en-US"/>
              <a:t>Click icon to add picture</a:t>
            </a:r>
          </a:p>
        </p:txBody>
      </p:sp>
      <p:sp>
        <p:nvSpPr>
          <p:cNvPr id="18" name="Subhead 1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1786689"/>
            <a:ext cx="5547072" cy="764799"/>
          </a:xfrm>
        </p:spPr>
        <p:txBody>
          <a:bodyPr anchor="ctr">
            <a:normAutofit/>
          </a:bodyPr>
          <a:lstStyle>
            <a:lvl1pPr marL="0" indent="0" algn="l">
              <a:lnSpc>
                <a:spcPct val="70000"/>
              </a:lnSpc>
              <a:buNone/>
              <a:defRPr sz="2250">
                <a:solidFill>
                  <a:schemeClr val="bg2"/>
                </a:solidFill>
                <a:latin typeface="+mj-lt"/>
              </a:defRPr>
            </a:lvl1pPr>
          </a:lstStyle>
          <a:p>
            <a:pPr lvl="0"/>
            <a:r>
              <a:rPr lang="en-US"/>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2561957"/>
            <a:ext cx="5547072" cy="1267660"/>
          </a:xfrm>
        </p:spPr>
        <p:txBody>
          <a:bodyPr>
            <a:normAutofit/>
          </a:bodyPr>
          <a:lstStyle>
            <a:lvl1pPr marL="0" indent="0">
              <a:buNone/>
              <a:defRPr sz="15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552274" y="3924115"/>
            <a:ext cx="4738687" cy="2042930"/>
          </a:xfrm>
          <a:solidFill>
            <a:schemeClr val="bg1">
              <a:lumMod val="75000"/>
            </a:schemeClr>
          </a:solidFill>
        </p:spPr>
        <p:txBody>
          <a:bodyPr/>
          <a:lstStyle>
            <a:lvl1pPr marL="0" indent="0">
              <a:buNone/>
              <a:defRPr/>
            </a:lvl1pPr>
          </a:lstStyle>
          <a:p>
            <a:r>
              <a:rPr lang="en-US"/>
              <a:t>Click icon to add picture</a:t>
            </a:r>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5475583" y="3924117"/>
            <a:ext cx="5547072" cy="764799"/>
          </a:xfrm>
        </p:spPr>
        <p:txBody>
          <a:bodyPr anchor="ctr">
            <a:normAutofit/>
          </a:bodyPr>
          <a:lstStyle>
            <a:lvl1pPr marL="0" indent="0" algn="l">
              <a:lnSpc>
                <a:spcPct val="70000"/>
              </a:lnSpc>
              <a:buNone/>
              <a:defRPr sz="2250">
                <a:solidFill>
                  <a:schemeClr val="tx2"/>
                </a:solidFill>
                <a:latin typeface="+mj-lt"/>
              </a:defRPr>
            </a:lvl1pPr>
          </a:lstStyle>
          <a:p>
            <a:pPr lvl="0"/>
            <a:r>
              <a:rPr lang="en-US"/>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5473819" y="4699385"/>
            <a:ext cx="5547072" cy="1267660"/>
          </a:xfrm>
        </p:spPr>
        <p:txBody>
          <a:bodyPr>
            <a:normAutofit/>
          </a:bodyPr>
          <a:lstStyle>
            <a:lvl1pPr marL="0" indent="0">
              <a:buNone/>
              <a:defRPr sz="15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1976938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Slide 2">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rgbClr val="FF5F05"/>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3" name="Title 1">
            <a:extLst>
              <a:ext uri="{FF2B5EF4-FFF2-40B4-BE49-F238E27FC236}">
                <a16:creationId xmlns:a16="http://schemas.microsoft.com/office/drawing/2014/main" id="{C67464D1-DDEC-4858-9CA3-246D12B35BF7}"/>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18" name="Subhead Placeholder 1">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4228" y="1786689"/>
            <a:ext cx="5547072" cy="764799"/>
          </a:xfrm>
        </p:spPr>
        <p:txBody>
          <a:bodyPr anchor="ctr">
            <a:normAutofit/>
          </a:bodyPr>
          <a:lstStyle>
            <a:lvl1pPr marL="0" indent="0" algn="l">
              <a:lnSpc>
                <a:spcPct val="70000"/>
              </a:lnSpc>
              <a:buNone/>
              <a:defRPr sz="2250">
                <a:solidFill>
                  <a:schemeClr val="bg2"/>
                </a:solidFill>
                <a:latin typeface="+mj-lt"/>
              </a:defRPr>
            </a:lvl1pPr>
          </a:lstStyle>
          <a:p>
            <a:pPr lvl="0"/>
            <a:r>
              <a:rPr lang="en-US"/>
              <a:t>Subhead</a:t>
            </a:r>
          </a:p>
        </p:txBody>
      </p:sp>
      <p:sp>
        <p:nvSpPr>
          <p:cNvPr id="22" name="Text Placeholder 1">
            <a:extLst>
              <a:ext uri="{FF2B5EF4-FFF2-40B4-BE49-F238E27FC236}">
                <a16:creationId xmlns:a16="http://schemas.microsoft.com/office/drawing/2014/main" id="{3208D36D-11B7-A53D-F8A8-E941F54F2B0D}"/>
              </a:ext>
            </a:extLst>
          </p:cNvPr>
          <p:cNvSpPr>
            <a:spLocks noGrp="1"/>
          </p:cNvSpPr>
          <p:nvPr>
            <p:ph type="body" sz="quarter" idx="20"/>
          </p:nvPr>
        </p:nvSpPr>
        <p:spPr>
          <a:xfrm>
            <a:off x="652463" y="2561957"/>
            <a:ext cx="5547072" cy="1267660"/>
          </a:xfrm>
        </p:spPr>
        <p:txBody>
          <a:bodyPr>
            <a:normAutofit/>
          </a:bodyPr>
          <a:lstStyle>
            <a:lvl1pPr marL="0" indent="0">
              <a:buNone/>
              <a:defRPr sz="1500">
                <a:solidFill>
                  <a:schemeClr val="tx2"/>
                </a:solidFill>
              </a:defRPr>
            </a:lvl1pPr>
          </a:lstStyle>
          <a:p>
            <a:pPr lvl="0"/>
            <a:r>
              <a:rPr lang="en-US"/>
              <a:t>Click to edit Master text styles</a:t>
            </a:r>
          </a:p>
        </p:txBody>
      </p:sp>
      <p:sp>
        <p:nvSpPr>
          <p:cNvPr id="6" name="Picture Placeholder 1">
            <a:extLst>
              <a:ext uri="{FF2B5EF4-FFF2-40B4-BE49-F238E27FC236}">
                <a16:creationId xmlns:a16="http://schemas.microsoft.com/office/drawing/2014/main" id="{5902D87F-A357-6B12-50D8-55555AA9D9D4}"/>
              </a:ext>
            </a:extLst>
          </p:cNvPr>
          <p:cNvSpPr>
            <a:spLocks noGrp="1"/>
          </p:cNvSpPr>
          <p:nvPr>
            <p:ph type="pic" sz="quarter" idx="24"/>
          </p:nvPr>
        </p:nvSpPr>
        <p:spPr>
          <a:xfrm>
            <a:off x="6282205" y="1786687"/>
            <a:ext cx="4738687" cy="2042930"/>
          </a:xfrm>
          <a:solidFill>
            <a:schemeClr val="bg1">
              <a:lumMod val="75000"/>
            </a:schemeClr>
          </a:solidFill>
        </p:spPr>
        <p:txBody>
          <a:bodyPr/>
          <a:lstStyle>
            <a:lvl1pPr marL="0" indent="0">
              <a:buNone/>
              <a:defRPr/>
            </a:lvl1pPr>
          </a:lstStyle>
          <a:p>
            <a:r>
              <a:rPr lang="en-US"/>
              <a:t>Click icon to add picture</a:t>
            </a:r>
          </a:p>
        </p:txBody>
      </p:sp>
      <p:sp>
        <p:nvSpPr>
          <p:cNvPr id="25" name="Subhead Placeholder 2">
            <a:extLst>
              <a:ext uri="{FF2B5EF4-FFF2-40B4-BE49-F238E27FC236}">
                <a16:creationId xmlns:a16="http://schemas.microsoft.com/office/drawing/2014/main" id="{4AEA1B53-9D39-71C7-6498-B61C0E9CDA90}"/>
              </a:ext>
            </a:extLst>
          </p:cNvPr>
          <p:cNvSpPr>
            <a:spLocks noGrp="1"/>
          </p:cNvSpPr>
          <p:nvPr>
            <p:ph type="body" sz="quarter" idx="25" hasCustomPrompt="1"/>
          </p:nvPr>
        </p:nvSpPr>
        <p:spPr>
          <a:xfrm>
            <a:off x="652463" y="3924117"/>
            <a:ext cx="5547072" cy="764799"/>
          </a:xfrm>
        </p:spPr>
        <p:txBody>
          <a:bodyPr anchor="ctr">
            <a:normAutofit/>
          </a:bodyPr>
          <a:lstStyle>
            <a:lvl1pPr marL="0" indent="0" algn="l">
              <a:lnSpc>
                <a:spcPct val="70000"/>
              </a:lnSpc>
              <a:buNone/>
              <a:defRPr sz="2250">
                <a:solidFill>
                  <a:schemeClr val="tx2"/>
                </a:solidFill>
                <a:latin typeface="+mj-lt"/>
              </a:defRPr>
            </a:lvl1pPr>
          </a:lstStyle>
          <a:p>
            <a:pPr lvl="0"/>
            <a:r>
              <a:rPr lang="en-US"/>
              <a:t>Subhead</a:t>
            </a:r>
          </a:p>
        </p:txBody>
      </p:sp>
      <p:sp>
        <p:nvSpPr>
          <p:cNvPr id="26" name="Text Placeholder 2">
            <a:extLst>
              <a:ext uri="{FF2B5EF4-FFF2-40B4-BE49-F238E27FC236}">
                <a16:creationId xmlns:a16="http://schemas.microsoft.com/office/drawing/2014/main" id="{05DAD01A-BC33-C150-4677-8D04EA1F7095}"/>
              </a:ext>
            </a:extLst>
          </p:cNvPr>
          <p:cNvSpPr>
            <a:spLocks noGrp="1"/>
          </p:cNvSpPr>
          <p:nvPr>
            <p:ph type="body" sz="quarter" idx="26"/>
          </p:nvPr>
        </p:nvSpPr>
        <p:spPr>
          <a:xfrm>
            <a:off x="650699" y="4699385"/>
            <a:ext cx="5547072" cy="1267660"/>
          </a:xfrm>
        </p:spPr>
        <p:txBody>
          <a:bodyPr>
            <a:normAutofit/>
          </a:bodyPr>
          <a:lstStyle>
            <a:lvl1pPr marL="0" indent="0">
              <a:buNone/>
              <a:defRPr sz="1500">
                <a:solidFill>
                  <a:schemeClr val="tx2"/>
                </a:solidFill>
              </a:defRPr>
            </a:lvl1pPr>
          </a:lstStyle>
          <a:p>
            <a:pPr lvl="0"/>
            <a:r>
              <a:rPr lang="en-US"/>
              <a:t>Click to edit Master text styles</a:t>
            </a:r>
          </a:p>
        </p:txBody>
      </p:sp>
      <p:sp>
        <p:nvSpPr>
          <p:cNvPr id="27" name="Picture Placeholder 2">
            <a:extLst>
              <a:ext uri="{FF2B5EF4-FFF2-40B4-BE49-F238E27FC236}">
                <a16:creationId xmlns:a16="http://schemas.microsoft.com/office/drawing/2014/main" id="{3332E0F7-8D76-3BED-561C-C7B99F9CA5F4}"/>
              </a:ext>
            </a:extLst>
          </p:cNvPr>
          <p:cNvSpPr>
            <a:spLocks noGrp="1"/>
          </p:cNvSpPr>
          <p:nvPr>
            <p:ph type="pic" sz="quarter" idx="27"/>
          </p:nvPr>
        </p:nvSpPr>
        <p:spPr>
          <a:xfrm>
            <a:off x="6280439" y="3924115"/>
            <a:ext cx="4738687" cy="2042930"/>
          </a:xfrm>
          <a:solidFill>
            <a:schemeClr val="bg1">
              <a:lumMod val="75000"/>
            </a:schemeClr>
          </a:solidFill>
        </p:spPr>
        <p:txBody>
          <a:bodyPr/>
          <a:lstStyle>
            <a:lvl1pPr marL="0" indent="0">
              <a:buNone/>
              <a:defRPr/>
            </a:lvl1pPr>
          </a:lstStyle>
          <a:p>
            <a:r>
              <a:rPr lang="en-US"/>
              <a:t>Click icon to add picture</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264825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Slide 3">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sp>
        <p:nvSpPr>
          <p:cNvPr id="3" name="Title 1">
            <a:extLst>
              <a:ext uri="{FF2B5EF4-FFF2-40B4-BE49-F238E27FC236}">
                <a16:creationId xmlns:a16="http://schemas.microsoft.com/office/drawing/2014/main" id="{44B32AFE-F932-DF9D-9DB7-1815DFD5D419}"/>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554039" y="1786687"/>
            <a:ext cx="4738687" cy="4322200"/>
          </a:xfrm>
          <a:solidFill>
            <a:schemeClr val="bg1">
              <a:lumMod val="75000"/>
            </a:schemeClr>
          </a:solidFill>
        </p:spPr>
        <p:txBody>
          <a:bodyPr/>
          <a:lstStyle>
            <a:lvl1pPr marL="0" indent="0">
              <a:buNone/>
              <a:defRPr/>
            </a:lvl1pPr>
          </a:lstStyle>
          <a:p>
            <a:r>
              <a:rPr lang="en-US"/>
              <a:t>Click icon to add picture</a:t>
            </a:r>
          </a:p>
        </p:txBody>
      </p:sp>
      <p:sp>
        <p:nvSpPr>
          <p:cNvPr id="18" name="Subhead Placeholder">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5477348" y="2717106"/>
            <a:ext cx="5547072" cy="764799"/>
          </a:xfrm>
        </p:spPr>
        <p:txBody>
          <a:bodyPr anchor="ctr">
            <a:normAutofit/>
          </a:bodyPr>
          <a:lstStyle>
            <a:lvl1pPr marL="0" indent="0" algn="l">
              <a:lnSpc>
                <a:spcPct val="70000"/>
              </a:lnSpc>
              <a:buNone/>
              <a:defRPr sz="2250">
                <a:solidFill>
                  <a:schemeClr val="bg2"/>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5475583" y="3492374"/>
            <a:ext cx="5547072" cy="1267660"/>
          </a:xfrm>
        </p:spPr>
        <p:txBody>
          <a:bodyPr>
            <a:normAutofit/>
          </a:bodyPr>
          <a:lstStyle>
            <a:lvl1pPr marL="0" indent="0">
              <a:buNone/>
              <a:defRPr sz="15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1904003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Slide 4">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5372" y="277803"/>
            <a:ext cx="516232" cy="745668"/>
          </a:xfrm>
          <a:prstGeom prst="rect">
            <a:avLst/>
          </a:prstGeom>
        </p:spPr>
      </p:pic>
      <p:sp>
        <p:nvSpPr>
          <p:cNvPr id="3" name="Title 1">
            <a:extLst>
              <a:ext uri="{FF2B5EF4-FFF2-40B4-BE49-F238E27FC236}">
                <a16:creationId xmlns:a16="http://schemas.microsoft.com/office/drawing/2014/main" id="{3C361099-F3C8-7FD3-FE7D-BDB8984BD628}"/>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18" name="Subheading">
            <a:extLst>
              <a:ext uri="{FF2B5EF4-FFF2-40B4-BE49-F238E27FC236}">
                <a16:creationId xmlns:a16="http://schemas.microsoft.com/office/drawing/2014/main" id="{CC193BC8-108C-8326-80FA-BAECF7254B3C}"/>
              </a:ext>
            </a:extLst>
          </p:cNvPr>
          <p:cNvSpPr>
            <a:spLocks noGrp="1"/>
          </p:cNvSpPr>
          <p:nvPr>
            <p:ph type="body" sz="quarter" idx="19" hasCustomPrompt="1"/>
          </p:nvPr>
        </p:nvSpPr>
        <p:spPr>
          <a:xfrm>
            <a:off x="652463" y="2717106"/>
            <a:ext cx="5547072" cy="764799"/>
          </a:xfrm>
        </p:spPr>
        <p:txBody>
          <a:bodyPr anchor="ctr">
            <a:normAutofit/>
          </a:bodyPr>
          <a:lstStyle>
            <a:lvl1pPr marL="0" indent="0" algn="l">
              <a:lnSpc>
                <a:spcPct val="70000"/>
              </a:lnSpc>
              <a:buNone/>
              <a:defRPr sz="2250">
                <a:solidFill>
                  <a:schemeClr val="tx2"/>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0699" y="3492374"/>
            <a:ext cx="5547072" cy="1267660"/>
          </a:xfrm>
        </p:spPr>
        <p:txBody>
          <a:bodyPr>
            <a:normAutofit/>
          </a:bodyPr>
          <a:lstStyle>
            <a:lvl1pPr marL="0" indent="0">
              <a:buNone/>
              <a:defRPr sz="1500">
                <a:solidFill>
                  <a:schemeClr val="tx2"/>
                </a:solidFill>
              </a:defRPr>
            </a:lvl1pPr>
          </a:lstStyle>
          <a:p>
            <a:pPr lvl="0"/>
            <a:r>
              <a:rPr lang="en-US"/>
              <a:t>Click to edit Master text styles</a:t>
            </a:r>
          </a:p>
        </p:txBody>
      </p:sp>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283970" y="1786687"/>
            <a:ext cx="4738687" cy="4322200"/>
          </a:xfrm>
          <a:solidFill>
            <a:schemeClr val="bg1">
              <a:lumMod val="75000"/>
            </a:schemeClr>
          </a:solidFill>
        </p:spPr>
        <p:txBody>
          <a:bodyPr/>
          <a:lstStyle>
            <a:lvl1pPr marL="0" indent="0">
              <a:buNone/>
              <a:defRPr/>
            </a:lvl1pPr>
          </a:lstStyle>
          <a:p>
            <a:r>
              <a:rPr lang="en-US"/>
              <a:t>Click icon to add picture</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5715208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Slide 5">
    <p:spTree>
      <p:nvGrpSpPr>
        <p:cNvPr id="1" name=""/>
        <p:cNvGrpSpPr/>
        <p:nvPr/>
      </p:nvGrpSpPr>
      <p:grpSpPr>
        <a:xfrm>
          <a:off x="0" y="0"/>
          <a:ext cx="0" cy="0"/>
          <a:chOff x="0" y="0"/>
          <a:chExt cx="0" cy="0"/>
        </a:xfrm>
      </p:grpSpPr>
      <p:sp>
        <p:nvSpPr>
          <p:cNvPr id="14" name="Title accent">
            <a:extLst>
              <a:ext uri="{FF2B5EF4-FFF2-40B4-BE49-F238E27FC236}">
                <a16:creationId xmlns:a16="http://schemas.microsoft.com/office/drawing/2014/main" id="{6AC03172-2FA4-F47D-B58A-C84D36B9E682}"/>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sp>
        <p:nvSpPr>
          <p:cNvPr id="16" name="Title Placeholder">
            <a:extLst>
              <a:ext uri="{FF2B5EF4-FFF2-40B4-BE49-F238E27FC236}">
                <a16:creationId xmlns:a16="http://schemas.microsoft.com/office/drawing/2014/main" id="{119C3D1A-1767-F64F-CCEA-FD8AB56C8873}"/>
              </a:ext>
            </a:extLst>
          </p:cNvPr>
          <p:cNvSpPr>
            <a:spLocks noGrp="1"/>
          </p:cNvSpPr>
          <p:nvPr>
            <p:ph type="body" sz="quarter" idx="18" hasCustomPrompt="1"/>
          </p:nvPr>
        </p:nvSpPr>
        <p:spPr>
          <a:xfrm>
            <a:off x="654230" y="277803"/>
            <a:ext cx="10370191" cy="1189820"/>
          </a:xfrm>
        </p:spPr>
        <p:txBody>
          <a:bodyPr anchor="ctr" anchorCtr="0">
            <a:normAutofit/>
          </a:bodyPr>
          <a:lstStyle>
            <a:lvl1pPr marL="0" marR="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sz="2400">
                <a:solidFill>
                  <a:schemeClr val="tx2"/>
                </a:solidFill>
                <a:latin typeface="+mj-lt"/>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pic>
        <p:nvPicPr>
          <p:cNvPr id="4" name="Block I">
            <a:extLst>
              <a:ext uri="{FF2B5EF4-FFF2-40B4-BE49-F238E27FC236}">
                <a16:creationId xmlns:a16="http://schemas.microsoft.com/office/drawing/2014/main" id="{D5DA79D9-6B40-7F27-6A6B-EA75CB7C61B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6" name="Picture Placeholder">
            <a:extLst>
              <a:ext uri="{FF2B5EF4-FFF2-40B4-BE49-F238E27FC236}">
                <a16:creationId xmlns:a16="http://schemas.microsoft.com/office/drawing/2014/main" id="{5902D87F-A357-6B12-50D8-55555AA9D9D4}"/>
              </a:ext>
            </a:extLst>
          </p:cNvPr>
          <p:cNvSpPr>
            <a:spLocks noGrp="1"/>
          </p:cNvSpPr>
          <p:nvPr>
            <p:ph type="pic" sz="quarter" idx="24"/>
          </p:nvPr>
        </p:nvSpPr>
        <p:spPr>
          <a:xfrm>
            <a:off x="650699" y="1578560"/>
            <a:ext cx="10371957" cy="3875254"/>
          </a:xfrm>
          <a:solidFill>
            <a:schemeClr val="bg1">
              <a:lumMod val="75000"/>
            </a:schemeClr>
          </a:solidFill>
        </p:spPr>
        <p:txBody>
          <a:bodyPr/>
          <a:lstStyle>
            <a:lvl1pPr marL="0" indent="0">
              <a:buNone/>
              <a:defRPr/>
            </a:lvl1pPr>
          </a:lstStyle>
          <a:p>
            <a:r>
              <a:rPr lang="en-US"/>
              <a:t>Click icon to add picture</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654690" y="5590340"/>
            <a:ext cx="10367965" cy="612588"/>
          </a:xfrm>
        </p:spPr>
        <p:txBody>
          <a:bodyPr>
            <a:normAutofit/>
          </a:bodyPr>
          <a:lstStyle>
            <a:lvl1pPr marL="0" indent="0">
              <a:buNone/>
              <a:defRPr sz="1500">
                <a:solidFill>
                  <a:schemeClr val="tx2"/>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4053895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Slide 6">
    <p:spTree>
      <p:nvGrpSpPr>
        <p:cNvPr id="1" name=""/>
        <p:cNvGrpSpPr/>
        <p:nvPr/>
      </p:nvGrpSpPr>
      <p:grpSpPr>
        <a:xfrm>
          <a:off x="0" y="0"/>
          <a:ext cx="0" cy="0"/>
          <a:chOff x="0" y="0"/>
          <a:chExt cx="0" cy="0"/>
        </a:xfrm>
      </p:grpSpPr>
      <p:sp>
        <p:nvSpPr>
          <p:cNvPr id="13" name="Title Placeholder">
            <a:extLst>
              <a:ext uri="{FF2B5EF4-FFF2-40B4-BE49-F238E27FC236}">
                <a16:creationId xmlns:a16="http://schemas.microsoft.com/office/drawing/2014/main" id="{7D02BED8-DBC4-0252-E92E-234AE9D9F15C}"/>
              </a:ext>
            </a:extLst>
          </p:cNvPr>
          <p:cNvSpPr>
            <a:spLocks noGrp="1"/>
          </p:cNvSpPr>
          <p:nvPr>
            <p:ph type="body" sz="quarter" idx="19" hasCustomPrompt="1"/>
          </p:nvPr>
        </p:nvSpPr>
        <p:spPr>
          <a:xfrm>
            <a:off x="7679105" y="2391181"/>
            <a:ext cx="4187900" cy="764799"/>
          </a:xfrm>
        </p:spPr>
        <p:txBody>
          <a:bodyPr anchor="ctr">
            <a:normAutofit/>
          </a:bodyPr>
          <a:lstStyle>
            <a:lvl1pPr marL="0" indent="0" algn="l">
              <a:lnSpc>
                <a:spcPct val="70000"/>
              </a:lnSpc>
              <a:buNone/>
              <a:defRPr sz="2250">
                <a:solidFill>
                  <a:schemeClr val="bg1"/>
                </a:solidFill>
                <a:latin typeface="+mj-lt"/>
              </a:defRPr>
            </a:lvl1pPr>
          </a:lstStyle>
          <a:p>
            <a:pPr lvl="0"/>
            <a:r>
              <a:rPr lang="en-US"/>
              <a:t>Subhead</a:t>
            </a:r>
          </a:p>
        </p:txBody>
      </p:sp>
      <p:sp>
        <p:nvSpPr>
          <p:cNvPr id="15" name="Text Placeholder">
            <a:extLst>
              <a:ext uri="{FF2B5EF4-FFF2-40B4-BE49-F238E27FC236}">
                <a16:creationId xmlns:a16="http://schemas.microsoft.com/office/drawing/2014/main" id="{A877C0E9-AC67-8A06-EFD9-3C48FB86AFCA}"/>
              </a:ext>
            </a:extLst>
          </p:cNvPr>
          <p:cNvSpPr>
            <a:spLocks noGrp="1"/>
          </p:cNvSpPr>
          <p:nvPr>
            <p:ph type="body" sz="quarter" idx="20"/>
          </p:nvPr>
        </p:nvSpPr>
        <p:spPr>
          <a:xfrm>
            <a:off x="7677339" y="3166449"/>
            <a:ext cx="4187900" cy="1267660"/>
          </a:xfrm>
        </p:spPr>
        <p:txBody>
          <a:bodyPr>
            <a:normAutofit/>
          </a:bodyPr>
          <a:lstStyle>
            <a:lvl1pPr marL="0" indent="0">
              <a:buNone/>
              <a:defRPr sz="1500">
                <a:solidFill>
                  <a:schemeClr val="bg1"/>
                </a:solidFill>
              </a:defRPr>
            </a:lvl1pPr>
          </a:lstStyle>
          <a:p>
            <a:pPr lvl="0"/>
            <a:r>
              <a:rPr lang="en-US"/>
              <a:t>Click to edit Master text styles</a:t>
            </a:r>
          </a:p>
        </p:txBody>
      </p:sp>
      <p:sp>
        <p:nvSpPr>
          <p:cNvPr id="5" name="Footer background">
            <a:extLst>
              <a:ext uri="{FF2B5EF4-FFF2-40B4-BE49-F238E27FC236}">
                <a16:creationId xmlns:a16="http://schemas.microsoft.com/office/drawing/2014/main" id="{15D7D23A-1232-9173-80E0-A45F3AAD9CC1}"/>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1778697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Slide 7">
    <p:spTree>
      <p:nvGrpSpPr>
        <p:cNvPr id="1" name=""/>
        <p:cNvGrpSpPr/>
        <p:nvPr/>
      </p:nvGrpSpPr>
      <p:grpSpPr>
        <a:xfrm>
          <a:off x="0" y="0"/>
          <a:ext cx="0" cy="0"/>
          <a:chOff x="0" y="0"/>
          <a:chExt cx="0" cy="0"/>
        </a:xfrm>
      </p:grpSpPr>
      <p:pic>
        <p:nvPicPr>
          <p:cNvPr id="4" name="Block I">
            <a:extLst>
              <a:ext uri="{FF2B5EF4-FFF2-40B4-BE49-F238E27FC236}">
                <a16:creationId xmlns:a16="http://schemas.microsoft.com/office/drawing/2014/main" id="{D5DA79D9-6B40-7F27-6A6B-EA75CB7C61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4"/>
            <a:ext cx="516232" cy="745668"/>
          </a:xfrm>
          <a:prstGeom prst="rect">
            <a:avLst/>
          </a:prstGeom>
        </p:spPr>
      </p:pic>
      <p:sp>
        <p:nvSpPr>
          <p:cNvPr id="11" name="Title Placeholder">
            <a:extLst>
              <a:ext uri="{FF2B5EF4-FFF2-40B4-BE49-F238E27FC236}">
                <a16:creationId xmlns:a16="http://schemas.microsoft.com/office/drawing/2014/main" id="{9FFDD080-4638-6791-3E4F-BA329002E2BF}"/>
              </a:ext>
            </a:extLst>
          </p:cNvPr>
          <p:cNvSpPr>
            <a:spLocks noGrp="1"/>
          </p:cNvSpPr>
          <p:nvPr>
            <p:ph type="body" sz="quarter" idx="19" hasCustomPrompt="1"/>
          </p:nvPr>
        </p:nvSpPr>
        <p:spPr>
          <a:xfrm>
            <a:off x="2248247" y="4070493"/>
            <a:ext cx="7695507" cy="764799"/>
          </a:xfrm>
        </p:spPr>
        <p:txBody>
          <a:bodyPr anchor="ctr">
            <a:normAutofit/>
          </a:bodyPr>
          <a:lstStyle>
            <a:lvl1pPr marL="0" indent="0" algn="ctr">
              <a:lnSpc>
                <a:spcPct val="70000"/>
              </a:lnSpc>
              <a:buNone/>
              <a:defRPr sz="2250">
                <a:solidFill>
                  <a:schemeClr val="bg1"/>
                </a:solidFill>
                <a:latin typeface="+mj-lt"/>
              </a:defRPr>
            </a:lvl1pPr>
          </a:lstStyle>
          <a:p>
            <a:pPr lvl="0"/>
            <a:r>
              <a:rPr lang="en-US"/>
              <a:t>Subhead</a:t>
            </a:r>
          </a:p>
        </p:txBody>
      </p:sp>
      <p:sp>
        <p:nvSpPr>
          <p:cNvPr id="22" name="Text Placeholder">
            <a:extLst>
              <a:ext uri="{FF2B5EF4-FFF2-40B4-BE49-F238E27FC236}">
                <a16:creationId xmlns:a16="http://schemas.microsoft.com/office/drawing/2014/main" id="{3208D36D-11B7-A53D-F8A8-E941F54F2B0D}"/>
              </a:ext>
            </a:extLst>
          </p:cNvPr>
          <p:cNvSpPr>
            <a:spLocks noGrp="1"/>
          </p:cNvSpPr>
          <p:nvPr>
            <p:ph type="body" sz="quarter" idx="20"/>
          </p:nvPr>
        </p:nvSpPr>
        <p:spPr>
          <a:xfrm>
            <a:off x="2248247" y="4980067"/>
            <a:ext cx="7695507" cy="612588"/>
          </a:xfrm>
        </p:spPr>
        <p:txBody>
          <a:bodyPr>
            <a:normAutofit/>
          </a:bodyPr>
          <a:lstStyle>
            <a:lvl1pPr marL="0" indent="0" algn="ctr">
              <a:buNone/>
              <a:defRPr sz="1500">
                <a:solidFill>
                  <a:schemeClr val="bg1"/>
                </a:solidFill>
              </a:defRPr>
            </a:lvl1pPr>
          </a:lstStyle>
          <a:p>
            <a:pPr lvl="0"/>
            <a:r>
              <a:rPr lang="en-US"/>
              <a:t>Click to edit Master text styles</a:t>
            </a:r>
          </a:p>
        </p:txBody>
      </p:sp>
      <p:sp>
        <p:nvSpPr>
          <p:cNvPr id="21" name="Department/Unit name Placeholder">
            <a:extLst>
              <a:ext uri="{FF2B5EF4-FFF2-40B4-BE49-F238E27FC236}">
                <a16:creationId xmlns:a16="http://schemas.microsoft.com/office/drawing/2014/main" id="{AB35559D-9B81-15E1-57F6-5A5D9BA4D76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1">
            <a:extLst>
              <a:ext uri="{FF2B5EF4-FFF2-40B4-BE49-F238E27FC236}">
                <a16:creationId xmlns:a16="http://schemas.microsoft.com/office/drawing/2014/main" id="{5F5EEECF-FB5A-EB2A-C6A5-7ACB9EE00D53}"/>
              </a:ext>
              <a:ext uri="{C183D7F6-B498-43B3-948B-1728B52AA6E4}">
                <adec:decorative xmlns:adec="http://schemas.microsoft.com/office/drawing/2017/decorative" val="1"/>
              </a:ext>
            </a:extLst>
          </p:cNvPr>
          <p:cNvSpPr>
            <a:spLocks noGrp="1"/>
          </p:cNvSpPr>
          <p:nvPr>
            <p:ph type="sldNum" sz="quarter" idx="23"/>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30764255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ph Slide 1">
    <p:spTree>
      <p:nvGrpSpPr>
        <p:cNvPr id="1" name=""/>
        <p:cNvGrpSpPr/>
        <p:nvPr/>
      </p:nvGrpSpPr>
      <p:grpSpPr>
        <a:xfrm>
          <a:off x="0" y="0"/>
          <a:ext cx="0" cy="0"/>
          <a:chOff x="0" y="0"/>
          <a:chExt cx="0" cy="0"/>
        </a:xfrm>
      </p:grpSpPr>
      <p:sp>
        <p:nvSpPr>
          <p:cNvPr id="18" name="Title accent">
            <a:extLst>
              <a:ext uri="{FF2B5EF4-FFF2-40B4-BE49-F238E27FC236}">
                <a16:creationId xmlns:a16="http://schemas.microsoft.com/office/drawing/2014/main" id="{EC828380-4544-4F96-B8A5-DCC905DD2955}"/>
              </a:ext>
              <a:ext uri="{C183D7F6-B498-43B3-948B-1728B52AA6E4}">
                <adec:decorative xmlns:adec="http://schemas.microsoft.com/office/drawing/2017/decorative" val="1"/>
              </a:ext>
            </a:extLst>
          </p:cNvPr>
          <p:cNvSpPr/>
          <p:nvPr userDrawn="1"/>
        </p:nvSpPr>
        <p:spPr>
          <a:xfrm rot="5400000">
            <a:off x="8435" y="823600"/>
            <a:ext cx="1189819" cy="98239"/>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7" name="Block I">
            <a:extLst>
              <a:ext uri="{FF2B5EF4-FFF2-40B4-BE49-F238E27FC236}">
                <a16:creationId xmlns:a16="http://schemas.microsoft.com/office/drawing/2014/main" id="{83CCBDC0-B71E-50D9-1AE4-50C357B154C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14691" y="277806"/>
            <a:ext cx="516232" cy="745669"/>
          </a:xfrm>
          <a:prstGeom prst="rect">
            <a:avLst/>
          </a:prstGeom>
        </p:spPr>
      </p:pic>
      <p:sp>
        <p:nvSpPr>
          <p:cNvPr id="3" name="Title 1">
            <a:extLst>
              <a:ext uri="{FF2B5EF4-FFF2-40B4-BE49-F238E27FC236}">
                <a16:creationId xmlns:a16="http://schemas.microsoft.com/office/drawing/2014/main" id="{BDA352AF-0D0B-CA5B-F6AB-E8E707C2BCFB}"/>
              </a:ext>
            </a:extLst>
          </p:cNvPr>
          <p:cNvSpPr>
            <a:spLocks noGrp="1"/>
          </p:cNvSpPr>
          <p:nvPr>
            <p:ph type="title" hasCustomPrompt="1"/>
          </p:nvPr>
        </p:nvSpPr>
        <p:spPr>
          <a:xfrm>
            <a:off x="652463" y="276575"/>
            <a:ext cx="10370191" cy="1189820"/>
          </a:xfrm>
        </p:spPr>
        <p:txBody>
          <a:bodyPr>
            <a:normAutofit/>
          </a:bodyPr>
          <a:lstStyle>
            <a:lvl1pPr>
              <a:defRPr sz="2400">
                <a:solidFill>
                  <a:schemeClr val="tx2"/>
                </a:solidFill>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a:t>Slide Title</a:t>
            </a:r>
          </a:p>
        </p:txBody>
      </p:sp>
      <p:sp>
        <p:nvSpPr>
          <p:cNvPr id="5" name="Chart Placeholder">
            <a:extLst>
              <a:ext uri="{FF2B5EF4-FFF2-40B4-BE49-F238E27FC236}">
                <a16:creationId xmlns:a16="http://schemas.microsoft.com/office/drawing/2014/main" id="{A294C2DE-00CB-57AC-36E4-F1BD262706DC}"/>
              </a:ext>
            </a:extLst>
          </p:cNvPr>
          <p:cNvSpPr>
            <a:spLocks noGrp="1"/>
          </p:cNvSpPr>
          <p:nvPr>
            <p:ph type="chart" sz="quarter" idx="19"/>
          </p:nvPr>
        </p:nvSpPr>
        <p:spPr>
          <a:xfrm>
            <a:off x="1430339" y="1747838"/>
            <a:ext cx="9134475" cy="4360862"/>
          </a:xfrm>
        </p:spPr>
        <p:txBody>
          <a:bodyPr/>
          <a:lstStyle/>
          <a:p>
            <a:r>
              <a:rPr lang="en-US"/>
              <a:t>Click icon to add chart</a:t>
            </a:r>
          </a:p>
        </p:txBody>
      </p:sp>
      <p:sp>
        <p:nvSpPr>
          <p:cNvPr id="2" name="Footer background">
            <a:extLst>
              <a:ext uri="{FF2B5EF4-FFF2-40B4-BE49-F238E27FC236}">
                <a16:creationId xmlns:a16="http://schemas.microsoft.com/office/drawing/2014/main" id="{2CDA5182-C298-A7CD-BECD-28B3EF9F549D}"/>
              </a:ext>
              <a:ext uri="{C183D7F6-B498-43B3-948B-1728B52AA6E4}">
                <adec:decorative xmlns:adec="http://schemas.microsoft.com/office/drawing/2017/decorative" val="1"/>
              </a:ext>
            </a:extLst>
          </p:cNvPr>
          <p:cNvSpPr/>
          <p:nvPr userDrawn="1"/>
        </p:nvSpPr>
        <p:spPr>
          <a:xfrm>
            <a:off x="0" y="6245413"/>
            <a:ext cx="12187067" cy="612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Department/unit placeholder">
            <a:extLst>
              <a:ext uri="{FF2B5EF4-FFF2-40B4-BE49-F238E27FC236}">
                <a16:creationId xmlns:a16="http://schemas.microsoft.com/office/drawing/2014/main" id="{D04B6268-443E-C233-94CE-19E2240CBFFD}"/>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4" name="Slide Number Placeholder 3">
            <a:extLst>
              <a:ext uri="{FF2B5EF4-FFF2-40B4-BE49-F238E27FC236}">
                <a16:creationId xmlns:a16="http://schemas.microsoft.com/office/drawing/2014/main" id="{2166FCCC-D572-7B04-6D0C-142E9AF1AEAA}"/>
              </a:ext>
              <a:ext uri="{C183D7F6-B498-43B3-948B-1728B52AA6E4}">
                <adec:decorative xmlns:adec="http://schemas.microsoft.com/office/drawing/2017/decorative" val="1"/>
              </a:ext>
            </a:extLst>
          </p:cNvPr>
          <p:cNvSpPr>
            <a:spLocks noGrp="1"/>
          </p:cNvSpPr>
          <p:nvPr>
            <p:ph type="sldNum" sz="quarter" idx="17"/>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962947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9AC6FB-79B2-8934-E612-EC987EF3231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
        <p:nvSpPr>
          <p:cNvPr id="17" name="Title Placeholder">
            <a:extLst>
              <a:ext uri="{FF2B5EF4-FFF2-40B4-BE49-F238E27FC236}">
                <a16:creationId xmlns:a16="http://schemas.microsoft.com/office/drawing/2014/main" id="{9E07F9AC-4E7E-9623-9170-90BDADFA2A74}"/>
              </a:ext>
            </a:extLst>
          </p:cNvPr>
          <p:cNvSpPr>
            <a:spLocks noGrp="1"/>
          </p:cNvSpPr>
          <p:nvPr>
            <p:ph type="title" hasCustomPrompt="1"/>
          </p:nvPr>
        </p:nvSpPr>
        <p:spPr>
          <a:xfrm>
            <a:off x="1610699" y="823866"/>
            <a:ext cx="8981220" cy="1107047"/>
          </a:xfrm>
        </p:spPr>
        <p:txBody>
          <a:bodyPr>
            <a:normAutofit/>
          </a:bodyPr>
          <a:lstStyle>
            <a:lvl1pPr algn="ctr">
              <a:defRPr sz="4500">
                <a:solidFill>
                  <a:schemeClr val="bg1"/>
                </a:solidFill>
              </a:defRPr>
            </a:lvl1pPr>
          </a:lstStyle>
          <a:p>
            <a:r>
              <a:rPr lang="en-US"/>
              <a:t>Thank You</a:t>
            </a:r>
          </a:p>
        </p:txBody>
      </p:sp>
      <p:sp>
        <p:nvSpPr>
          <p:cNvPr id="12" name="Title Underscore">
            <a:extLst>
              <a:ext uri="{FF2B5EF4-FFF2-40B4-BE49-F238E27FC236}">
                <a16:creationId xmlns:a16="http://schemas.microsoft.com/office/drawing/2014/main" id="{58F4D01E-94DA-4F0B-8E13-618D11B2DCE2}"/>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5" name="Block I">
            <a:extLst>
              <a:ext uri="{FF2B5EF4-FFF2-40B4-BE49-F238E27FC236}">
                <a16:creationId xmlns:a16="http://schemas.microsoft.com/office/drawing/2014/main" id="{2ECD6B36-AE20-6B2C-70DA-90541397C67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104605" y="277807"/>
            <a:ext cx="529475" cy="764795"/>
          </a:xfrm>
          <a:prstGeom prst="rect">
            <a:avLst/>
          </a:prstGeom>
        </p:spPr>
      </p:pic>
      <p:sp>
        <p:nvSpPr>
          <p:cNvPr id="19" name="Text Placeholder 1">
            <a:extLst>
              <a:ext uri="{FF2B5EF4-FFF2-40B4-BE49-F238E27FC236}">
                <a16:creationId xmlns:a16="http://schemas.microsoft.com/office/drawing/2014/main" id="{645B5409-DDAC-5BBA-E785-37F723B5630A}"/>
              </a:ext>
            </a:extLst>
          </p:cNvPr>
          <p:cNvSpPr>
            <a:spLocks noGrp="1"/>
          </p:cNvSpPr>
          <p:nvPr>
            <p:ph type="body" sz="quarter" idx="19" hasCustomPrompt="1"/>
          </p:nvPr>
        </p:nvSpPr>
        <p:spPr>
          <a:xfrm>
            <a:off x="1610697" y="2328263"/>
            <a:ext cx="8981219" cy="2201477"/>
          </a:xfrm>
        </p:spPr>
        <p:txBody>
          <a:bodyPr anchor="ctr">
            <a:noAutofit/>
          </a:bodyPr>
          <a:lstStyle>
            <a:lvl1pPr marL="0" indent="0" algn="ctr">
              <a:lnSpc>
                <a:spcPct val="150000"/>
              </a:lnSpc>
              <a:buNone/>
              <a:defRPr sz="2400">
                <a:solidFill>
                  <a:schemeClr val="bg1"/>
                </a:solidFill>
                <a:latin typeface="+mj-lt"/>
              </a:defRPr>
            </a:lvl1pPr>
          </a:lstStyle>
          <a:p>
            <a:pPr marL="0" marR="0" lvl="0" indent="0" algn="ctr" defTabSz="685800" rtl="0" eaLnBrk="1" fontAlgn="auto" latinLnBrk="0" hangingPunct="1">
              <a:lnSpc>
                <a:spcPct val="150000"/>
              </a:lnSpc>
              <a:spcBef>
                <a:spcPts val="750"/>
              </a:spcBef>
              <a:spcAft>
                <a:spcPts val="0"/>
              </a:spcAft>
              <a:buClrTx/>
              <a:buSzTx/>
              <a:buFont typeface="Arial" panose="020B0604020202020204" pitchFamily="34" charset="0"/>
              <a:buNone/>
              <a:tabLst/>
              <a:defRPr/>
            </a:pPr>
            <a:r>
              <a:rPr lang="en-US"/>
              <a:t>Questions/Contact/Information</a:t>
            </a:r>
          </a:p>
        </p:txBody>
      </p:sp>
      <p:sp>
        <p:nvSpPr>
          <p:cNvPr id="21" name="Text Placeholder 2">
            <a:extLst>
              <a:ext uri="{FF2B5EF4-FFF2-40B4-BE49-F238E27FC236}">
                <a16:creationId xmlns:a16="http://schemas.microsoft.com/office/drawing/2014/main" id="{2982A2E9-6729-F459-2EB4-38593EB1846E}"/>
              </a:ext>
            </a:extLst>
          </p:cNvPr>
          <p:cNvSpPr>
            <a:spLocks noGrp="1"/>
          </p:cNvSpPr>
          <p:nvPr>
            <p:ph type="body" sz="quarter" idx="20"/>
          </p:nvPr>
        </p:nvSpPr>
        <p:spPr>
          <a:xfrm>
            <a:off x="1610697" y="4952167"/>
            <a:ext cx="8981219" cy="796785"/>
          </a:xfrm>
        </p:spPr>
        <p:txBody>
          <a:bodyPr>
            <a:normAutofit/>
          </a:bodyPr>
          <a:lstStyle>
            <a:lvl1pPr marL="0" indent="0" algn="ctr">
              <a:buNone/>
              <a:defRPr sz="1500">
                <a:solidFill>
                  <a:schemeClr val="bg1"/>
                </a:solidFill>
              </a:defRPr>
            </a:lvl1pPr>
          </a:lstStyle>
          <a:p>
            <a:pPr lvl="0"/>
            <a:r>
              <a:rPr lang="en-US"/>
              <a:t>Click to edit Master text styles</a:t>
            </a:r>
          </a:p>
        </p:txBody>
      </p:sp>
      <p:sp>
        <p:nvSpPr>
          <p:cNvPr id="13" name="Department/Unit name Placeholder">
            <a:extLst>
              <a:ext uri="{FF2B5EF4-FFF2-40B4-BE49-F238E27FC236}">
                <a16:creationId xmlns:a16="http://schemas.microsoft.com/office/drawing/2014/main" id="{EC420C19-0C40-EAE2-AA9D-5101B4FF1644}"/>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6" name="Slide Number Placeholder">
            <a:extLst>
              <a:ext uri="{FF2B5EF4-FFF2-40B4-BE49-F238E27FC236}">
                <a16:creationId xmlns:a16="http://schemas.microsoft.com/office/drawing/2014/main" id="{1DAF599E-70A8-5E76-56CB-CA69217C103F}"/>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288764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2FF63E5-FDDB-6B44-048F-EF43D6670AE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7" cy="6858000"/>
          </a:xfrm>
          <a:prstGeom prst="rect">
            <a:avLst/>
          </a:prstGeom>
        </p:spPr>
      </p:pic>
      <p:sp>
        <p:nvSpPr>
          <p:cNvPr id="7" name="Title Placeholder">
            <a:extLst>
              <a:ext uri="{FF2B5EF4-FFF2-40B4-BE49-F238E27FC236}">
                <a16:creationId xmlns:a16="http://schemas.microsoft.com/office/drawing/2014/main" id="{33DE6DDB-A415-6C63-7353-2B6BB41D589A}"/>
              </a:ext>
            </a:extLst>
          </p:cNvPr>
          <p:cNvSpPr>
            <a:spLocks noGrp="1"/>
          </p:cNvSpPr>
          <p:nvPr>
            <p:ph type="title" hasCustomPrompt="1"/>
          </p:nvPr>
        </p:nvSpPr>
        <p:spPr>
          <a:xfrm>
            <a:off x="1610699" y="823866"/>
            <a:ext cx="8981220" cy="1107047"/>
          </a:xfrm>
        </p:spPr>
        <p:txBody>
          <a:bodyPr>
            <a:normAutofit/>
          </a:bodyPr>
          <a:lstStyle>
            <a:lvl1pPr algn="ctr">
              <a:defRPr sz="4500">
                <a:solidFill>
                  <a:schemeClr val="bg1"/>
                </a:solidFill>
              </a:defRPr>
            </a:lvl1pPr>
          </a:lstStyle>
          <a:p>
            <a:r>
              <a:rPr lang="en-US"/>
              <a:t>Thank You</a:t>
            </a:r>
          </a:p>
        </p:txBody>
      </p:sp>
      <p:sp>
        <p:nvSpPr>
          <p:cNvPr id="10" name="Title Underscore">
            <a:extLst>
              <a:ext uri="{FF2B5EF4-FFF2-40B4-BE49-F238E27FC236}">
                <a16:creationId xmlns:a16="http://schemas.microsoft.com/office/drawing/2014/main" id="{EE499929-DC2D-46B3-A28E-229CC329ABAD}"/>
              </a:ext>
              <a:ext uri="{C183D7F6-B498-43B3-948B-1728B52AA6E4}">
                <adec:decorative xmlns:adec="http://schemas.microsoft.com/office/drawing/2017/decorative" val="1"/>
              </a:ext>
            </a:extLst>
          </p:cNvPr>
          <p:cNvSpPr/>
          <p:nvPr userDrawn="1"/>
        </p:nvSpPr>
        <p:spPr>
          <a:xfrm>
            <a:off x="5455664" y="1930911"/>
            <a:ext cx="1275549" cy="141956"/>
          </a:xfrm>
          <a:prstGeom prst="rect">
            <a:avLst/>
          </a:prstGeom>
          <a:solidFill>
            <a:schemeClr val="tx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9" name="Block I">
            <a:extLst>
              <a:ext uri="{FF2B5EF4-FFF2-40B4-BE49-F238E27FC236}">
                <a16:creationId xmlns:a16="http://schemas.microsoft.com/office/drawing/2014/main" id="{E693DE19-AD82-43E4-870B-ABD71ED9EB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98277" y="277806"/>
            <a:ext cx="528575" cy="764797"/>
          </a:xfrm>
          <a:prstGeom prst="rect">
            <a:avLst/>
          </a:prstGeom>
        </p:spPr>
      </p:pic>
      <p:sp>
        <p:nvSpPr>
          <p:cNvPr id="8" name="Text Placeholder 1">
            <a:extLst>
              <a:ext uri="{FF2B5EF4-FFF2-40B4-BE49-F238E27FC236}">
                <a16:creationId xmlns:a16="http://schemas.microsoft.com/office/drawing/2014/main" id="{20D3AEAA-8383-5B38-DD49-CF2D2E42B2FD}"/>
              </a:ext>
            </a:extLst>
          </p:cNvPr>
          <p:cNvSpPr>
            <a:spLocks noGrp="1"/>
          </p:cNvSpPr>
          <p:nvPr>
            <p:ph type="body" sz="quarter" idx="19" hasCustomPrompt="1"/>
          </p:nvPr>
        </p:nvSpPr>
        <p:spPr>
          <a:xfrm>
            <a:off x="1610697" y="2328263"/>
            <a:ext cx="8981219" cy="2201477"/>
          </a:xfrm>
        </p:spPr>
        <p:txBody>
          <a:bodyPr anchor="ctr">
            <a:noAutofit/>
          </a:bodyPr>
          <a:lstStyle>
            <a:lvl1pPr marL="0" indent="0" algn="ctr">
              <a:lnSpc>
                <a:spcPct val="150000"/>
              </a:lnSpc>
              <a:buNone/>
              <a:defRPr sz="2400">
                <a:solidFill>
                  <a:schemeClr val="bg1"/>
                </a:solidFill>
                <a:latin typeface="+mj-lt"/>
              </a:defRPr>
            </a:lvl1pPr>
          </a:lstStyle>
          <a:p>
            <a:pPr lvl="0"/>
            <a:r>
              <a:rPr lang="en-US"/>
              <a:t>Questions/Contact/Information</a:t>
            </a:r>
          </a:p>
        </p:txBody>
      </p:sp>
      <p:sp>
        <p:nvSpPr>
          <p:cNvPr id="11" name="Text Placeholder 2">
            <a:extLst>
              <a:ext uri="{FF2B5EF4-FFF2-40B4-BE49-F238E27FC236}">
                <a16:creationId xmlns:a16="http://schemas.microsoft.com/office/drawing/2014/main" id="{F650F580-D423-6DBC-88B2-B37D4EB87AFE}"/>
              </a:ext>
            </a:extLst>
          </p:cNvPr>
          <p:cNvSpPr>
            <a:spLocks noGrp="1"/>
          </p:cNvSpPr>
          <p:nvPr>
            <p:ph type="body" sz="quarter" idx="20"/>
          </p:nvPr>
        </p:nvSpPr>
        <p:spPr>
          <a:xfrm>
            <a:off x="1610697" y="4952167"/>
            <a:ext cx="8981219" cy="796785"/>
          </a:xfrm>
        </p:spPr>
        <p:txBody>
          <a:bodyPr>
            <a:normAutofit/>
          </a:bodyPr>
          <a:lstStyle>
            <a:lvl1pPr marL="0" indent="0" algn="ctr">
              <a:buNone/>
              <a:defRPr sz="1500">
                <a:solidFill>
                  <a:schemeClr val="bg1"/>
                </a:solidFill>
              </a:defRPr>
            </a:lvl1pPr>
          </a:lstStyle>
          <a:p>
            <a:pPr lvl="0"/>
            <a:r>
              <a:rPr lang="en-US"/>
              <a:t>Click to edit Master text styles</a:t>
            </a:r>
          </a:p>
        </p:txBody>
      </p:sp>
      <p:sp>
        <p:nvSpPr>
          <p:cNvPr id="6" name="Department/Unit name Placeholder">
            <a:extLst>
              <a:ext uri="{FF2B5EF4-FFF2-40B4-BE49-F238E27FC236}">
                <a16:creationId xmlns:a16="http://schemas.microsoft.com/office/drawing/2014/main" id="{D09D9943-0FAE-E4DE-E4FE-0B3F8F5513E0}"/>
              </a:ext>
            </a:extLst>
          </p:cNvPr>
          <p:cNvSpPr>
            <a:spLocks noGrp="1"/>
          </p:cNvSpPr>
          <p:nvPr>
            <p:ph type="body" sz="quarter" idx="15" hasCustomPrompt="1"/>
          </p:nvPr>
        </p:nvSpPr>
        <p:spPr>
          <a:xfrm>
            <a:off x="457200" y="6356352"/>
            <a:ext cx="8153400" cy="365125"/>
          </a:xfrm>
        </p:spPr>
        <p:txBody>
          <a:bodyPr anchor="ctr">
            <a:normAutofit/>
          </a:bodyPr>
          <a:lstStyle>
            <a:lvl1pPr marL="0" indent="0">
              <a:buNone/>
              <a:defRPr sz="900">
                <a:solidFill>
                  <a:schemeClr val="bg1"/>
                </a:solidFill>
                <a:latin typeface="+mj-lt"/>
              </a:defRPr>
            </a:lvl1pPr>
          </a:lstStyle>
          <a:p>
            <a:pPr lvl="0"/>
            <a:r>
              <a:rPr lang="en-US"/>
              <a:t>DEPARTMENT/UNIT NAME</a:t>
            </a:r>
          </a:p>
        </p:txBody>
      </p:sp>
      <p:sp>
        <p:nvSpPr>
          <p:cNvPr id="2" name="Slide Number Placeholder">
            <a:extLst>
              <a:ext uri="{FF2B5EF4-FFF2-40B4-BE49-F238E27FC236}">
                <a16:creationId xmlns:a16="http://schemas.microsoft.com/office/drawing/2014/main" id="{BC285FAE-FC3C-B139-BFE4-13B46455285B}"/>
              </a:ext>
              <a:ext uri="{C183D7F6-B498-43B3-948B-1728B52AA6E4}">
                <adec:decorative xmlns:adec="http://schemas.microsoft.com/office/drawing/2017/decorative" val="1"/>
              </a:ext>
            </a:extLst>
          </p:cNvPr>
          <p:cNvSpPr>
            <a:spLocks noGrp="1"/>
          </p:cNvSpPr>
          <p:nvPr>
            <p:ph type="sldNum" sz="quarter" idx="10"/>
          </p:nvPr>
        </p:nvSpPr>
        <p:spPr/>
        <p:txBody>
          <a:bodyPr/>
          <a:lstStyle/>
          <a:p>
            <a:fld id="{86134D44-37F0-44A1-8A08-E9432A030C07}" type="slidenum">
              <a:rPr lang="en-US" smtClean="0"/>
              <a:pPr/>
              <a:t>‹#›</a:t>
            </a:fld>
            <a:endParaRPr lang="en-US"/>
          </a:p>
        </p:txBody>
      </p:sp>
    </p:spTree>
    <p:extLst>
      <p:ext uri="{BB962C8B-B14F-4D97-AF65-F5344CB8AC3E}">
        <p14:creationId xmlns:p14="http://schemas.microsoft.com/office/powerpoint/2010/main" val="8643200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Art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F629A3-552F-E006-13D5-0CE1F4DDF8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785"/>
            <a:ext cx="12192000" cy="6854430"/>
          </a:xfrm>
          <a:prstGeom prst="rect">
            <a:avLst/>
          </a:prstGeom>
        </p:spPr>
      </p:pic>
    </p:spTree>
    <p:extLst>
      <p:ext uri="{BB962C8B-B14F-4D97-AF65-F5344CB8AC3E}">
        <p14:creationId xmlns:p14="http://schemas.microsoft.com/office/powerpoint/2010/main" val="20360489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losing Art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460F61-2344-C760-857E-55ED7348C7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467" y="0"/>
            <a:ext cx="12187067" cy="6858000"/>
          </a:xfrm>
          <a:prstGeom prst="rect">
            <a:avLst/>
          </a:prstGeom>
        </p:spPr>
      </p:pic>
    </p:spTree>
    <p:extLst>
      <p:ext uri="{BB962C8B-B14F-4D97-AF65-F5344CB8AC3E}">
        <p14:creationId xmlns:p14="http://schemas.microsoft.com/office/powerpoint/2010/main" val="2732210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losing Art 3">
    <p:spTree>
      <p:nvGrpSpPr>
        <p:cNvPr id="1" name=""/>
        <p:cNvGrpSpPr/>
        <p:nvPr/>
      </p:nvGrpSpPr>
      <p:grpSpPr>
        <a:xfrm>
          <a:off x="0" y="0"/>
          <a:ext cx="0" cy="0"/>
          <a:chOff x="0" y="0"/>
          <a:chExt cx="0" cy="0"/>
        </a:xfrm>
      </p:grpSpPr>
      <p:pic>
        <p:nvPicPr>
          <p:cNvPr id="6" name="Background">
            <a:extLst>
              <a:ext uri="{FF2B5EF4-FFF2-40B4-BE49-F238E27FC236}">
                <a16:creationId xmlns:a16="http://schemas.microsoft.com/office/drawing/2014/main" id="{D10096E1-7AA4-3695-82F5-7DAD7028D39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467" y="694"/>
            <a:ext cx="12189533" cy="6856612"/>
          </a:xfrm>
          <a:prstGeom prst="rect">
            <a:avLst/>
          </a:prstGeom>
        </p:spPr>
      </p:pic>
    </p:spTree>
    <p:extLst>
      <p:ext uri="{BB962C8B-B14F-4D97-AF65-F5344CB8AC3E}">
        <p14:creationId xmlns:p14="http://schemas.microsoft.com/office/powerpoint/2010/main" val="30692953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losing Art 4">
    <p:spTree>
      <p:nvGrpSpPr>
        <p:cNvPr id="1" name=""/>
        <p:cNvGrpSpPr/>
        <p:nvPr/>
      </p:nvGrpSpPr>
      <p:grpSpPr>
        <a:xfrm>
          <a:off x="0" y="0"/>
          <a:ext cx="0" cy="0"/>
          <a:chOff x="0" y="0"/>
          <a:chExt cx="0" cy="0"/>
        </a:xfrm>
      </p:grpSpPr>
      <p:pic>
        <p:nvPicPr>
          <p:cNvPr id="8" name="Background">
            <a:extLst>
              <a:ext uri="{FF2B5EF4-FFF2-40B4-BE49-F238E27FC236}">
                <a16:creationId xmlns:a16="http://schemas.microsoft.com/office/drawing/2014/main" id="{C55AD4A4-2991-D3F6-2545-9BA75BB1478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1" y="3172"/>
            <a:ext cx="12180721" cy="6851656"/>
          </a:xfrm>
          <a:prstGeom prst="rect">
            <a:avLst/>
          </a:prstGeom>
        </p:spPr>
      </p:pic>
    </p:spTree>
    <p:extLst>
      <p:ext uri="{BB962C8B-B14F-4D97-AF65-F5344CB8AC3E}">
        <p14:creationId xmlns:p14="http://schemas.microsoft.com/office/powerpoint/2010/main" val="32701356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Content Slide 1">
    <p:spTree>
      <p:nvGrpSpPr>
        <p:cNvPr id="1" name=""/>
        <p:cNvGrpSpPr/>
        <p:nvPr/>
      </p:nvGrpSpPr>
      <p:grpSpPr>
        <a:xfrm>
          <a:off x="0" y="0"/>
          <a:ext cx="0" cy="0"/>
          <a:chOff x="0" y="0"/>
          <a:chExt cx="0" cy="0"/>
        </a:xfrm>
      </p:grpSpPr>
      <p:sp>
        <p:nvSpPr>
          <p:cNvPr id="4" name="Title Accent">
            <a:extLst>
              <a:ext uri="{FF2B5EF4-FFF2-40B4-BE49-F238E27FC236}">
                <a16:creationId xmlns:a16="http://schemas.microsoft.com/office/drawing/2014/main" id="{D0364173-A96F-9FE3-06E5-5B39DC86E4E6}"/>
              </a:ext>
              <a:ext uri="{C183D7F6-B498-43B3-948B-1728B52AA6E4}">
                <adec:decorative xmlns:adec="http://schemas.microsoft.com/office/drawing/2017/decorative" val="1"/>
              </a:ext>
            </a:extLst>
          </p:cNvPr>
          <p:cNvSpPr/>
          <p:nvPr userDrawn="1"/>
        </p:nvSpPr>
        <p:spPr>
          <a:xfrm rot="5400000">
            <a:off x="212839" y="582620"/>
            <a:ext cx="781009" cy="98238"/>
          </a:xfrm>
          <a:prstGeom prst="rect">
            <a:avLst/>
          </a:prstGeom>
          <a:solidFill>
            <a:schemeClr val="bg2"/>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1350"/>
          </a:p>
        </p:txBody>
      </p:sp>
      <p:pic>
        <p:nvPicPr>
          <p:cNvPr id="6" name="Block I">
            <a:extLst>
              <a:ext uri="{FF2B5EF4-FFF2-40B4-BE49-F238E27FC236}">
                <a16:creationId xmlns:a16="http://schemas.microsoft.com/office/drawing/2014/main" id="{476E0D61-C12B-4A74-FA1D-11D7952A03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473039" y="314874"/>
            <a:ext cx="424100" cy="612588"/>
          </a:xfrm>
          <a:prstGeom prst="rect">
            <a:avLst/>
          </a:prstGeom>
        </p:spPr>
      </p:pic>
      <p:sp>
        <p:nvSpPr>
          <p:cNvPr id="3" name="Title 1">
            <a:extLst>
              <a:ext uri="{FF2B5EF4-FFF2-40B4-BE49-F238E27FC236}">
                <a16:creationId xmlns:a16="http://schemas.microsoft.com/office/drawing/2014/main" id="{CF2F5268-A885-7E39-998A-D50E2D26FA32}"/>
              </a:ext>
            </a:extLst>
          </p:cNvPr>
          <p:cNvSpPr>
            <a:spLocks noGrp="1"/>
          </p:cNvSpPr>
          <p:nvPr>
            <p:ph type="title" hasCustomPrompt="1"/>
          </p:nvPr>
        </p:nvSpPr>
        <p:spPr>
          <a:xfrm>
            <a:off x="652463" y="276575"/>
            <a:ext cx="10370191" cy="745668"/>
          </a:xfrm>
        </p:spPr>
        <p:txBody>
          <a:bodyPr>
            <a:normAutofit/>
          </a:bodyPr>
          <a:lstStyle>
            <a:lvl1pPr algn="ctr">
              <a:defRPr sz="2800" b="1" i="0">
                <a:solidFill>
                  <a:schemeClr val="tx1"/>
                </a:solidFill>
                <a:latin typeface="Arial" panose="020B0604020202020204" pitchFamily="34" charset="0"/>
                <a:cs typeface="Arial" panose="020B0604020202020204" pitchFamily="34" charset="0"/>
              </a:defRPr>
            </a:lvl1pPr>
          </a:lstStyle>
          <a:p>
            <a:pPr marL="0" marR="0" lvl="0" indent="0" algn="l" defTabSz="685800" rtl="0" eaLnBrk="1" fontAlgn="auto" latinLnBrk="0" hangingPunct="1">
              <a:lnSpc>
                <a:spcPct val="70000"/>
              </a:lnSpc>
              <a:spcBef>
                <a:spcPts val="750"/>
              </a:spcBef>
              <a:spcAft>
                <a:spcPts val="0"/>
              </a:spcAft>
              <a:buClrTx/>
              <a:buSzTx/>
              <a:buFont typeface="Arial" panose="020B0604020202020204" pitchFamily="34" charset="0"/>
              <a:buNone/>
              <a:tabLst/>
              <a:defRPr/>
            </a:pPr>
            <a:r>
              <a:rPr lang="en-US" dirty="0"/>
              <a:t>Slide Title</a:t>
            </a:r>
          </a:p>
        </p:txBody>
      </p:sp>
      <p:sp>
        <p:nvSpPr>
          <p:cNvPr id="9" name="Slide Number Placeholder">
            <a:extLst>
              <a:ext uri="{FF2B5EF4-FFF2-40B4-BE49-F238E27FC236}">
                <a16:creationId xmlns:a16="http://schemas.microsoft.com/office/drawing/2014/main" id="{08AAFB27-B643-3132-E0CD-89C471BF4A88}"/>
              </a:ext>
              <a:ext uri="{C183D7F6-B498-43B3-948B-1728B52AA6E4}">
                <adec:decorative xmlns:adec="http://schemas.microsoft.com/office/drawing/2017/decorative" val="1"/>
              </a:ext>
            </a:extLst>
          </p:cNvPr>
          <p:cNvSpPr>
            <a:spLocks noGrp="1"/>
          </p:cNvSpPr>
          <p:nvPr>
            <p:ph type="sldNum" sz="quarter" idx="17"/>
          </p:nvPr>
        </p:nvSpPr>
        <p:spPr>
          <a:xfrm>
            <a:off x="9710670" y="6356352"/>
            <a:ext cx="1643130" cy="365125"/>
          </a:xfrm>
        </p:spPr>
        <p:txBody>
          <a:bodyPr/>
          <a:lstStyle>
            <a:lvl1pPr>
              <a:defRPr sz="1400">
                <a:solidFill>
                  <a:schemeClr val="tx1"/>
                </a:solidFill>
                <a:latin typeface="Arial" panose="020B0604020202020204" pitchFamily="34" charset="0"/>
                <a:cs typeface="Arial" panose="020B0604020202020204" pitchFamily="34" charset="0"/>
              </a:defRPr>
            </a:lvl1pPr>
          </a:lstStyle>
          <a:p>
            <a:fld id="{86134D44-37F0-44A1-8A08-E9432A030C07}" type="slidenum">
              <a:rPr lang="en-US" smtClean="0"/>
              <a:pPr/>
              <a:t>‹#›</a:t>
            </a:fld>
            <a:endParaRPr lang="en-US" dirty="0"/>
          </a:p>
        </p:txBody>
      </p:sp>
    </p:spTree>
    <p:extLst>
      <p:ext uri="{BB962C8B-B14F-4D97-AF65-F5344CB8AC3E}">
        <p14:creationId xmlns:p14="http://schemas.microsoft.com/office/powerpoint/2010/main" val="1236965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E08955-08BB-4699-BDD8-1E3D7EEFD864}"/>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5" name="Text Placeholder 4">
            <a:extLst>
              <a:ext uri="{FF2B5EF4-FFF2-40B4-BE49-F238E27FC236}">
                <a16:creationId xmlns:a16="http://schemas.microsoft.com/office/drawing/2014/main" id="{AA3B2E1F-8BE8-6F6E-A1F6-527F51B3D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EB605B6C-A108-B529-76C2-7C90E4E90D7C}"/>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bg1"/>
                </a:solidFill>
                <a:latin typeface="+mj-lt"/>
              </a:defRPr>
            </a:lvl1pPr>
          </a:lstStyle>
          <a:p>
            <a:fld id="{86134D44-37F0-44A1-8A08-E9432A030C07}" type="slidenum">
              <a:rPr lang="en-US" smtClean="0"/>
              <a:pPr/>
              <a:t>‹#›</a:t>
            </a:fld>
            <a:endParaRPr lang="en-US"/>
          </a:p>
        </p:txBody>
      </p:sp>
    </p:spTree>
    <p:extLst>
      <p:ext uri="{BB962C8B-B14F-4D97-AF65-F5344CB8AC3E}">
        <p14:creationId xmlns:p14="http://schemas.microsoft.com/office/powerpoint/2010/main" val="12578492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50" r:id="rId5"/>
    <p:sldLayoutId id="2147483663" r:id="rId6"/>
    <p:sldLayoutId id="2147483664" r:id="rId7"/>
    <p:sldLayoutId id="2147483665" r:id="rId8"/>
    <p:sldLayoutId id="2147483651" r:id="rId9"/>
    <p:sldLayoutId id="2147483666" r:id="rId10"/>
    <p:sldLayoutId id="2147483681" r:id="rId11"/>
    <p:sldLayoutId id="2147483671" r:id="rId12"/>
    <p:sldLayoutId id="2147483670" r:id="rId13"/>
    <p:sldLayoutId id="2147483652" r:id="rId14"/>
    <p:sldLayoutId id="2147483653" r:id="rId15"/>
    <p:sldLayoutId id="2147483672" r:id="rId16"/>
    <p:sldLayoutId id="2147483673" r:id="rId17"/>
    <p:sldLayoutId id="2147483675" r:id="rId18"/>
    <p:sldLayoutId id="2147483676" r:id="rId19"/>
    <p:sldLayoutId id="2147483677" r:id="rId20"/>
    <p:sldLayoutId id="2147483678" r:id="rId21"/>
    <p:sldLayoutId id="2147483679" r:id="rId22"/>
    <p:sldLayoutId id="2147483680" r:id="rId23"/>
    <p:sldLayoutId id="2147483654" r:id="rId24"/>
    <p:sldLayoutId id="2147483655" r:id="rId25"/>
    <p:sldLayoutId id="2147483656" r:id="rId26"/>
    <p:sldLayoutId id="2147483657" r:id="rId27"/>
    <p:sldLayoutId id="2147483667" r:id="rId28"/>
    <p:sldLayoutId id="2147483668" r:id="rId29"/>
    <p:sldLayoutId id="2147483682" r:id="rId3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30.xml"/><Relationship Id="rId7" Type="http://schemas.openxmlformats.org/officeDocument/2006/relationships/image" Target="../media/image1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8.emf"/><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notesSlide" Target="../notesSlides/notesSlide5.xml"/><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30.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image" Target="../media/image28.png"/><Relationship Id="rId5" Type="http://schemas.openxmlformats.org/officeDocument/2006/relationships/image" Target="../media/image30.png"/><Relationship Id="rId4" Type="http://schemas.openxmlformats.org/officeDocument/2006/relationships/image" Target="../media/image210.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30.xml"/><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ircular structure&#10;&#10;AI-generated content may be incorrect.">
            <a:extLst>
              <a:ext uri="{FF2B5EF4-FFF2-40B4-BE49-F238E27FC236}">
                <a16:creationId xmlns:a16="http://schemas.microsoft.com/office/drawing/2014/main" id="{B937D468-B63F-5749-A344-6F0C5D5B8FB4}"/>
              </a:ext>
            </a:extLst>
          </p:cNvPr>
          <p:cNvPicPr>
            <a:picLocks noChangeAspect="1"/>
          </p:cNvPicPr>
          <p:nvPr/>
        </p:nvPicPr>
        <p:blipFill>
          <a:blip r:embed="rId3">
            <a:alphaModFix amt="10000"/>
            <a:extLst>
              <a:ext uri="{28A0092B-C50C-407E-A947-70E740481C1C}">
                <a14:useLocalDpi xmlns:a14="http://schemas.microsoft.com/office/drawing/2010/main" val="0"/>
              </a:ext>
            </a:extLst>
          </a:blip>
          <a:stretch>
            <a:fillRect/>
          </a:stretch>
        </p:blipFill>
        <p:spPr>
          <a:xfrm>
            <a:off x="2672604" y="136523"/>
            <a:ext cx="6846792" cy="6480000"/>
          </a:xfrm>
          <a:prstGeom prst="rect">
            <a:avLst/>
          </a:prstGeom>
        </p:spPr>
      </p:pic>
      <p:sp>
        <p:nvSpPr>
          <p:cNvPr id="7" name="Title 1">
            <a:extLst>
              <a:ext uri="{FF2B5EF4-FFF2-40B4-BE49-F238E27FC236}">
                <a16:creationId xmlns:a16="http://schemas.microsoft.com/office/drawing/2014/main" id="{786FF6C4-436B-F617-1ABF-A934CB3481EB}"/>
              </a:ext>
            </a:extLst>
          </p:cNvPr>
          <p:cNvSpPr txBox="1">
            <a:spLocks/>
          </p:cNvSpPr>
          <p:nvPr/>
        </p:nvSpPr>
        <p:spPr>
          <a:xfrm>
            <a:off x="0" y="2163547"/>
            <a:ext cx="12189531" cy="1614487"/>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n-US" sz="3600" b="1" dirty="0">
                <a:latin typeface="Arial" panose="020B0604020202020204" pitchFamily="34" charset="0"/>
                <a:cs typeface="Arial" panose="020B0604020202020204" pitchFamily="34" charset="0"/>
              </a:rPr>
              <a:t>Introduce CME-ODE WCM of the Minimal Cell</a:t>
            </a:r>
          </a:p>
        </p:txBody>
      </p:sp>
      <p:sp>
        <p:nvSpPr>
          <p:cNvPr id="8" name="Text Placeholder 2">
            <a:extLst>
              <a:ext uri="{FF2B5EF4-FFF2-40B4-BE49-F238E27FC236}">
                <a16:creationId xmlns:a16="http://schemas.microsoft.com/office/drawing/2014/main" id="{943A6F0C-1D7D-31EE-8001-D00DD599665B}"/>
              </a:ext>
            </a:extLst>
          </p:cNvPr>
          <p:cNvSpPr txBox="1">
            <a:spLocks/>
          </p:cNvSpPr>
          <p:nvPr/>
        </p:nvSpPr>
        <p:spPr>
          <a:xfrm>
            <a:off x="2471" y="3429000"/>
            <a:ext cx="12189531" cy="1458687"/>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None/>
            </a:pPr>
            <a:r>
              <a:rPr lang="en-US" altLang="zh-CN" sz="2000" b="1" dirty="0">
                <a:latin typeface="Arial" panose="020B0604020202020204" pitchFamily="34" charset="0"/>
                <a:cs typeface="Arial" panose="020B0604020202020204" pitchFamily="34" charset="0"/>
              </a:rPr>
              <a:t>Enguang</a:t>
            </a:r>
            <a:r>
              <a:rPr lang="zh-CN" altLang="en-US" sz="2000" b="1" dirty="0">
                <a:latin typeface="Arial" panose="020B0604020202020204" pitchFamily="34" charset="0"/>
                <a:cs typeface="Arial" panose="020B0604020202020204" pitchFamily="34" charset="0"/>
              </a:rPr>
              <a:t> </a:t>
            </a:r>
            <a:r>
              <a:rPr lang="en-US" altLang="zh-CN" sz="2000" b="1" dirty="0">
                <a:latin typeface="Arial" panose="020B0604020202020204" pitchFamily="34" charset="0"/>
                <a:cs typeface="Arial" panose="020B0604020202020204" pitchFamily="34" charset="0"/>
              </a:rPr>
              <a:t>Fu – Prof. Zan </a:t>
            </a:r>
            <a:r>
              <a:rPr lang="en-US" altLang="zh-CN" sz="2000" b="1" dirty="0" err="1">
                <a:latin typeface="Arial" panose="020B0604020202020204" pitchFamily="34" charset="0"/>
                <a:cs typeface="Arial" panose="020B0604020202020204" pitchFamily="34" charset="0"/>
              </a:rPr>
              <a:t>Luthey</a:t>
            </a:r>
            <a:r>
              <a:rPr lang="en-US" altLang="zh-CN" sz="2000" b="1" dirty="0">
                <a:latin typeface="Arial" panose="020B0604020202020204" pitchFamily="34" charset="0"/>
                <a:cs typeface="Arial" panose="020B0604020202020204" pitchFamily="34" charset="0"/>
              </a:rPr>
              <a:t>-Schulten Lab</a:t>
            </a:r>
          </a:p>
          <a:p>
            <a:pPr marL="0" indent="0" algn="ctr">
              <a:buNone/>
            </a:pPr>
            <a:r>
              <a:rPr lang="en-US" altLang="zh-CN" sz="2000" b="1" dirty="0">
                <a:latin typeface="Arial" panose="020B0604020202020204" pitchFamily="34" charset="0"/>
                <a:cs typeface="Arial" panose="020B0604020202020204" pitchFamily="34" charset="0"/>
              </a:rPr>
              <a:t>QCB Summer School 2026</a:t>
            </a:r>
          </a:p>
        </p:txBody>
      </p:sp>
      <p:pic>
        <p:nvPicPr>
          <p:cNvPr id="3" name="Picture 2" descr="A colorful cubes with letters and numbers on it&#10;&#10;AI-generated content may be incorrect.">
            <a:extLst>
              <a:ext uri="{FF2B5EF4-FFF2-40B4-BE49-F238E27FC236}">
                <a16:creationId xmlns:a16="http://schemas.microsoft.com/office/drawing/2014/main" id="{A3D51E1B-CBB2-CEC6-25CA-4410C373A2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88256" y="4927297"/>
            <a:ext cx="856863" cy="876790"/>
          </a:xfrm>
          <a:prstGeom prst="rect">
            <a:avLst/>
          </a:prstGeom>
        </p:spPr>
      </p:pic>
      <p:sp>
        <p:nvSpPr>
          <p:cNvPr id="9" name="TextBox 8">
            <a:extLst>
              <a:ext uri="{FF2B5EF4-FFF2-40B4-BE49-F238E27FC236}">
                <a16:creationId xmlns:a16="http://schemas.microsoft.com/office/drawing/2014/main" id="{BFF21845-1E7D-DA32-5AC2-923F2540A035}"/>
              </a:ext>
            </a:extLst>
          </p:cNvPr>
          <p:cNvSpPr txBox="1"/>
          <p:nvPr/>
        </p:nvSpPr>
        <p:spPr>
          <a:xfrm>
            <a:off x="7725157" y="5903893"/>
            <a:ext cx="4466843" cy="954107"/>
          </a:xfrm>
          <a:prstGeom prst="rect">
            <a:avLst/>
          </a:prstGeom>
          <a:noFill/>
        </p:spPr>
        <p:txBody>
          <a:bodyPr wrap="square" rtlCol="0">
            <a:spAutoFit/>
          </a:bodyPr>
          <a:lstStyle/>
          <a:p>
            <a:pPr algn="ctr"/>
            <a:r>
              <a:rPr lang="en-US" dirty="0"/>
              <a:t>NSF Science and Technology Center for </a:t>
            </a:r>
            <a:br>
              <a:rPr lang="en-US" dirty="0"/>
            </a:br>
            <a:r>
              <a:rPr lang="en-US" dirty="0"/>
              <a:t>Quantitative Cell Biology (</a:t>
            </a:r>
            <a:r>
              <a:rPr lang="en-US" b="1" dirty="0"/>
              <a:t>QCB</a:t>
            </a:r>
            <a:r>
              <a:rPr lang="en-US" dirty="0"/>
              <a:t>)</a:t>
            </a:r>
          </a:p>
          <a:p>
            <a:pPr algn="ctr"/>
            <a:r>
              <a:rPr lang="en-US" b="1" i="1" dirty="0"/>
              <a:t>4D WCM and Experiments</a:t>
            </a:r>
            <a:endParaRPr lang="en-US" dirty="0"/>
          </a:p>
        </p:txBody>
      </p:sp>
    </p:spTree>
    <p:extLst>
      <p:ext uri="{BB962C8B-B14F-4D97-AF65-F5344CB8AC3E}">
        <p14:creationId xmlns:p14="http://schemas.microsoft.com/office/powerpoint/2010/main" val="666173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FD551-E03C-7FB1-9929-3658E2241B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9E026E-5ED6-B97A-F535-80BDF04B4078}"/>
              </a:ext>
            </a:extLst>
          </p:cNvPr>
          <p:cNvSpPr>
            <a:spLocks noGrp="1"/>
          </p:cNvSpPr>
          <p:nvPr>
            <p:ph type="title"/>
          </p:nvPr>
        </p:nvSpPr>
        <p:spPr/>
        <p:txBody>
          <a:bodyPr/>
          <a:lstStyle/>
          <a:p>
            <a:r>
              <a:rPr lang="en-US" dirty="0"/>
              <a:t>CME-ODE WCM Tutorial Outline</a:t>
            </a:r>
          </a:p>
        </p:txBody>
      </p:sp>
      <p:sp>
        <p:nvSpPr>
          <p:cNvPr id="3" name="Slide Number Placeholder 2">
            <a:extLst>
              <a:ext uri="{FF2B5EF4-FFF2-40B4-BE49-F238E27FC236}">
                <a16:creationId xmlns:a16="http://schemas.microsoft.com/office/drawing/2014/main" id="{9A254EB0-2A36-A2B8-BA1D-4941FBC5CD5D}"/>
              </a:ext>
            </a:extLst>
          </p:cNvPr>
          <p:cNvSpPr>
            <a:spLocks noGrp="1"/>
          </p:cNvSpPr>
          <p:nvPr>
            <p:ph type="sldNum" sz="quarter" idx="17"/>
          </p:nvPr>
        </p:nvSpPr>
        <p:spPr/>
        <p:txBody>
          <a:bodyPr/>
          <a:lstStyle/>
          <a:p>
            <a:fld id="{86134D44-37F0-44A1-8A08-E9432A030C07}" type="slidenum">
              <a:rPr lang="en-US" smtClean="0"/>
              <a:pPr/>
              <a:t>2</a:t>
            </a:fld>
            <a:endParaRPr lang="en-US" dirty="0"/>
          </a:p>
        </p:txBody>
      </p:sp>
      <p:pic>
        <p:nvPicPr>
          <p:cNvPr id="9" name="Picture 8">
            <a:extLst>
              <a:ext uri="{FF2B5EF4-FFF2-40B4-BE49-F238E27FC236}">
                <a16:creationId xmlns:a16="http://schemas.microsoft.com/office/drawing/2014/main" id="{2428FD42-F693-172E-490D-4BFDA789E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633" y="1691037"/>
            <a:ext cx="8933469" cy="3978933"/>
          </a:xfrm>
          <a:prstGeom prst="rect">
            <a:avLst/>
          </a:prstGeom>
        </p:spPr>
      </p:pic>
      <p:sp>
        <p:nvSpPr>
          <p:cNvPr id="10" name="TextBox 9">
            <a:extLst>
              <a:ext uri="{FF2B5EF4-FFF2-40B4-BE49-F238E27FC236}">
                <a16:creationId xmlns:a16="http://schemas.microsoft.com/office/drawing/2014/main" id="{C64B5941-FFB2-08A8-CF4C-BEBEF417A0F1}"/>
              </a:ext>
            </a:extLst>
          </p:cNvPr>
          <p:cNvSpPr txBox="1"/>
          <p:nvPr/>
        </p:nvSpPr>
        <p:spPr>
          <a:xfrm>
            <a:off x="7837881" y="2531166"/>
            <a:ext cx="3745577" cy="646331"/>
          </a:xfrm>
          <a:prstGeom prst="rect">
            <a:avLst/>
          </a:prstGeom>
          <a:noFill/>
        </p:spPr>
        <p:txBody>
          <a:bodyPr wrap="none" rtlCol="0">
            <a:spAutoFit/>
          </a:bodyPr>
          <a:lstStyle/>
          <a:p>
            <a:pPr algn="ctr"/>
            <a:r>
              <a:rPr lang="en-US" dirty="0"/>
              <a:t>1. Launched and finished on Wed, </a:t>
            </a:r>
            <a:br>
              <a:rPr lang="en-US" dirty="0"/>
            </a:br>
            <a:r>
              <a:rPr lang="en-US" dirty="0"/>
              <a:t>and 50 </a:t>
            </a:r>
            <a:r>
              <a:rPr lang="en-US" dirty="0" err="1"/>
              <a:t>trajs</a:t>
            </a:r>
            <a:r>
              <a:rPr lang="en-US" dirty="0"/>
              <a:t> compiled for 6.</a:t>
            </a:r>
          </a:p>
        </p:txBody>
      </p:sp>
      <p:sp>
        <p:nvSpPr>
          <p:cNvPr id="12" name="TextBox 11">
            <a:extLst>
              <a:ext uri="{FF2B5EF4-FFF2-40B4-BE49-F238E27FC236}">
                <a16:creationId xmlns:a16="http://schemas.microsoft.com/office/drawing/2014/main" id="{82DEDF9D-D072-C1CD-0705-410B0BF0B383}"/>
              </a:ext>
            </a:extLst>
          </p:cNvPr>
          <p:cNvSpPr txBox="1"/>
          <p:nvPr/>
        </p:nvSpPr>
        <p:spPr>
          <a:xfrm>
            <a:off x="8124337" y="4520632"/>
            <a:ext cx="3172664" cy="646331"/>
          </a:xfrm>
          <a:prstGeom prst="rect">
            <a:avLst/>
          </a:prstGeom>
          <a:noFill/>
        </p:spPr>
        <p:txBody>
          <a:bodyPr wrap="none" rtlCol="0">
            <a:spAutoFit/>
          </a:bodyPr>
          <a:lstStyle/>
          <a:p>
            <a:pPr algn="ctr"/>
            <a:r>
              <a:rPr lang="en-US" dirty="0"/>
              <a:t>5. </a:t>
            </a:r>
            <a:r>
              <a:rPr lang="en-US" dirty="0" err="1"/>
              <a:t>Hybriding</a:t>
            </a:r>
            <a:r>
              <a:rPr lang="en-US" dirty="0"/>
              <a:t> </a:t>
            </a:r>
            <a:r>
              <a:rPr lang="en-US"/>
              <a:t>two algorithms;</a:t>
            </a:r>
            <a:br>
              <a:rPr lang="en-US" dirty="0"/>
            </a:br>
            <a:r>
              <a:rPr lang="en-US" dirty="0"/>
              <a:t>More algorithms </a:t>
            </a:r>
            <a:r>
              <a:rPr lang="en-US"/>
              <a:t>for 4DWCM.</a:t>
            </a:r>
            <a:endParaRPr lang="en-US" dirty="0"/>
          </a:p>
        </p:txBody>
      </p:sp>
    </p:spTree>
    <p:extLst>
      <p:ext uri="{BB962C8B-B14F-4D97-AF65-F5344CB8AC3E}">
        <p14:creationId xmlns:p14="http://schemas.microsoft.com/office/powerpoint/2010/main" val="165411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07566-D6FE-9AFA-8698-F32965D5CACF}"/>
              </a:ext>
            </a:extLst>
          </p:cNvPr>
          <p:cNvSpPr>
            <a:spLocks noGrp="1"/>
          </p:cNvSpPr>
          <p:nvPr>
            <p:ph type="title"/>
          </p:nvPr>
        </p:nvSpPr>
        <p:spPr/>
        <p:txBody>
          <a:bodyPr/>
          <a:lstStyle/>
          <a:p>
            <a:r>
              <a:rPr lang="en-US" dirty="0"/>
              <a:t>Integrative Whole-Cell Modeling (WCM)</a:t>
            </a:r>
          </a:p>
        </p:txBody>
      </p:sp>
      <p:sp>
        <p:nvSpPr>
          <p:cNvPr id="3" name="Slide Number Placeholder 2">
            <a:extLst>
              <a:ext uri="{FF2B5EF4-FFF2-40B4-BE49-F238E27FC236}">
                <a16:creationId xmlns:a16="http://schemas.microsoft.com/office/drawing/2014/main" id="{9AF4E883-FECC-150D-04FE-2497026F447B}"/>
              </a:ext>
            </a:extLst>
          </p:cNvPr>
          <p:cNvSpPr>
            <a:spLocks noGrp="1"/>
          </p:cNvSpPr>
          <p:nvPr>
            <p:ph type="sldNum" sz="quarter" idx="17"/>
          </p:nvPr>
        </p:nvSpPr>
        <p:spPr/>
        <p:txBody>
          <a:bodyPr/>
          <a:lstStyle/>
          <a:p>
            <a:fld id="{86134D44-37F0-44A1-8A08-E9432A030C07}" type="slidenum">
              <a:rPr lang="en-US" smtClean="0"/>
              <a:pPr/>
              <a:t>3</a:t>
            </a:fld>
            <a:endParaRPr lang="en-US" dirty="0"/>
          </a:p>
        </p:txBody>
      </p:sp>
      <p:sp>
        <p:nvSpPr>
          <p:cNvPr id="5" name="TextBox 4">
            <a:extLst>
              <a:ext uri="{FF2B5EF4-FFF2-40B4-BE49-F238E27FC236}">
                <a16:creationId xmlns:a16="http://schemas.microsoft.com/office/drawing/2014/main" id="{A47D3442-52FB-ABDC-A0FF-AD23329EA3C9}"/>
              </a:ext>
            </a:extLst>
          </p:cNvPr>
          <p:cNvSpPr txBox="1"/>
          <p:nvPr/>
        </p:nvSpPr>
        <p:spPr>
          <a:xfrm>
            <a:off x="6307056" y="4976329"/>
            <a:ext cx="3467616" cy="923330"/>
          </a:xfrm>
          <a:prstGeom prst="rect">
            <a:avLst/>
          </a:prstGeom>
          <a:noFill/>
        </p:spPr>
        <p:txBody>
          <a:bodyPr wrap="none" rtlCol="0">
            <a:spAutoFit/>
          </a:bodyPr>
          <a:lstStyle/>
          <a:p>
            <a:pPr marL="285750" indent="-285750">
              <a:buFont typeface="Arial" panose="020B0604020202020204" pitchFamily="34" charset="0"/>
              <a:buChar char="•"/>
            </a:pPr>
            <a:r>
              <a:rPr lang="en-US" b="1" dirty="0"/>
              <a:t>Hybrid algorithms</a:t>
            </a:r>
            <a:r>
              <a:rPr lang="en-US" b="1" baseline="30000" dirty="0"/>
              <a:t>2</a:t>
            </a:r>
            <a:r>
              <a:rPr lang="en-US" b="1" dirty="0"/>
              <a:t>: </a:t>
            </a:r>
          </a:p>
          <a:p>
            <a:pPr lvl="1"/>
            <a:r>
              <a:rPr lang="en-US" dirty="0"/>
              <a:t>Stochastic gene expression</a:t>
            </a:r>
          </a:p>
          <a:p>
            <a:pPr lvl="1"/>
            <a:r>
              <a:rPr lang="en-US" dirty="0"/>
              <a:t>Deterministic metabolism</a:t>
            </a:r>
          </a:p>
        </p:txBody>
      </p:sp>
      <p:sp>
        <p:nvSpPr>
          <p:cNvPr id="6" name="TextBox 5">
            <a:extLst>
              <a:ext uri="{FF2B5EF4-FFF2-40B4-BE49-F238E27FC236}">
                <a16:creationId xmlns:a16="http://schemas.microsoft.com/office/drawing/2014/main" id="{0E1298F8-7346-B4FE-68B5-469A290D2A7A}"/>
              </a:ext>
            </a:extLst>
          </p:cNvPr>
          <p:cNvSpPr txBox="1"/>
          <p:nvPr/>
        </p:nvSpPr>
        <p:spPr>
          <a:xfrm>
            <a:off x="6307056" y="3158763"/>
            <a:ext cx="3518912" cy="1754326"/>
          </a:xfrm>
          <a:prstGeom prst="rect">
            <a:avLst/>
          </a:prstGeom>
          <a:noFill/>
        </p:spPr>
        <p:txBody>
          <a:bodyPr wrap="none" rtlCol="0">
            <a:spAutoFit/>
          </a:bodyPr>
          <a:lstStyle/>
          <a:p>
            <a:pPr marL="285750" indent="-285750">
              <a:buFont typeface="Arial" panose="020B0604020202020204" pitchFamily="34" charset="0"/>
              <a:buChar char="•"/>
            </a:pPr>
            <a:r>
              <a:rPr lang="en-US" b="1" dirty="0"/>
              <a:t>Coarse-grained simulation:</a:t>
            </a:r>
            <a:endParaRPr lang="en-US" dirty="0"/>
          </a:p>
          <a:p>
            <a:pPr lvl="1"/>
            <a:r>
              <a:rPr lang="en-US" dirty="0"/>
              <a:t>In one single bacterial cell:</a:t>
            </a:r>
          </a:p>
          <a:p>
            <a:pPr lvl="1"/>
            <a:r>
              <a:rPr lang="en-US" dirty="0"/>
              <a:t>Hundreds of genes, RNAs</a:t>
            </a:r>
          </a:p>
          <a:p>
            <a:pPr lvl="1"/>
            <a:r>
              <a:rPr lang="en-US" dirty="0"/>
              <a:t>Thousands of proteins</a:t>
            </a:r>
          </a:p>
          <a:p>
            <a:pPr lvl="1"/>
            <a:r>
              <a:rPr lang="en-US" dirty="0"/>
              <a:t>Millions of small metabolites</a:t>
            </a:r>
          </a:p>
          <a:p>
            <a:pPr lvl="1"/>
            <a:r>
              <a:rPr lang="en-US" dirty="0"/>
              <a:t>Billions of atoms</a:t>
            </a:r>
            <a:r>
              <a:rPr lang="en-US" baseline="30000" dirty="0"/>
              <a:t>1</a:t>
            </a:r>
          </a:p>
        </p:txBody>
      </p:sp>
      <p:sp>
        <p:nvSpPr>
          <p:cNvPr id="7" name="TextBox 6">
            <a:extLst>
              <a:ext uri="{FF2B5EF4-FFF2-40B4-BE49-F238E27FC236}">
                <a16:creationId xmlns:a16="http://schemas.microsoft.com/office/drawing/2014/main" id="{8714F5A0-DCC3-45F0-9FDB-879E5C43B99A}"/>
              </a:ext>
            </a:extLst>
          </p:cNvPr>
          <p:cNvSpPr txBox="1"/>
          <p:nvPr/>
        </p:nvSpPr>
        <p:spPr>
          <a:xfrm>
            <a:off x="268592" y="3533363"/>
            <a:ext cx="5525936" cy="1754326"/>
          </a:xfrm>
          <a:prstGeom prst="rect">
            <a:avLst/>
          </a:prstGeom>
          <a:noFill/>
        </p:spPr>
        <p:txBody>
          <a:bodyPr wrap="none" rtlCol="0">
            <a:spAutoFit/>
          </a:bodyPr>
          <a:lstStyle/>
          <a:p>
            <a:r>
              <a:rPr lang="en-US" b="1" dirty="0"/>
              <a:t>Substantial Developments in Cell Biology:</a:t>
            </a:r>
          </a:p>
          <a:p>
            <a:pPr marL="285750" indent="-285750">
              <a:buFont typeface="Arial" panose="020B0604020202020204" pitchFamily="34" charset="0"/>
              <a:buChar char="•"/>
            </a:pPr>
            <a:r>
              <a:rPr lang="en-US" dirty="0"/>
              <a:t>Structures: Cryo-EM, Cryo-ET, …</a:t>
            </a:r>
          </a:p>
          <a:p>
            <a:pPr marL="285750" indent="-285750">
              <a:buFont typeface="Arial" panose="020B0604020202020204" pitchFamily="34" charset="0"/>
              <a:buChar char="•"/>
            </a:pPr>
            <a:r>
              <a:rPr lang="en-US" dirty="0"/>
              <a:t>High throughput Omics: Illumina, PacBio, ONT, …</a:t>
            </a:r>
          </a:p>
          <a:p>
            <a:pPr marL="285750" indent="-285750">
              <a:buFont typeface="Arial" panose="020B0604020202020204" pitchFamily="34" charset="0"/>
              <a:buChar char="•"/>
            </a:pPr>
            <a:r>
              <a:rPr lang="en-US" dirty="0"/>
              <a:t>Functional Study: BRENDA database, …</a:t>
            </a:r>
          </a:p>
          <a:p>
            <a:pPr marL="285750" indent="-285750">
              <a:buFont typeface="Arial" panose="020B0604020202020204" pitchFamily="34" charset="0"/>
              <a:buChar char="•"/>
            </a:pPr>
            <a:r>
              <a:rPr lang="en-US" dirty="0"/>
              <a:t>Spectroscopies: smFRET, MINFLUX, …</a:t>
            </a:r>
          </a:p>
          <a:p>
            <a:pPr marL="285750" indent="-285750">
              <a:buFont typeface="Arial" panose="020B0604020202020204" pitchFamily="34" charset="0"/>
              <a:buChar char="•"/>
            </a:pPr>
            <a:r>
              <a:rPr lang="en-US" dirty="0"/>
              <a:t>Machine Learning: AlphaFold, …</a:t>
            </a:r>
          </a:p>
        </p:txBody>
      </p:sp>
      <p:pic>
        <p:nvPicPr>
          <p:cNvPr id="8" name="Picture 7">
            <a:extLst>
              <a:ext uri="{FF2B5EF4-FFF2-40B4-BE49-F238E27FC236}">
                <a16:creationId xmlns:a16="http://schemas.microsoft.com/office/drawing/2014/main" id="{B16453F3-55CE-AC97-7DB9-B9E266CC423D}"/>
              </a:ext>
            </a:extLst>
          </p:cNvPr>
          <p:cNvPicPr>
            <a:picLocks noChangeAspect="1"/>
          </p:cNvPicPr>
          <p:nvPr/>
        </p:nvPicPr>
        <p:blipFill>
          <a:blip r:embed="rId3"/>
          <a:stretch>
            <a:fillRect/>
          </a:stretch>
        </p:blipFill>
        <p:spPr>
          <a:xfrm>
            <a:off x="380721" y="1716093"/>
            <a:ext cx="5040000" cy="692261"/>
          </a:xfrm>
          <a:prstGeom prst="rect">
            <a:avLst/>
          </a:prstGeom>
        </p:spPr>
      </p:pic>
      <p:sp>
        <p:nvSpPr>
          <p:cNvPr id="11" name="TextBox 10">
            <a:extLst>
              <a:ext uri="{FF2B5EF4-FFF2-40B4-BE49-F238E27FC236}">
                <a16:creationId xmlns:a16="http://schemas.microsoft.com/office/drawing/2014/main" id="{8B3D237E-4B89-99F5-CC12-1A87F06D69A8}"/>
              </a:ext>
            </a:extLst>
          </p:cNvPr>
          <p:cNvSpPr txBox="1"/>
          <p:nvPr/>
        </p:nvSpPr>
        <p:spPr>
          <a:xfrm>
            <a:off x="380721" y="2440062"/>
            <a:ext cx="2233534" cy="369332"/>
          </a:xfrm>
          <a:prstGeom prst="rect">
            <a:avLst/>
          </a:prstGeom>
          <a:noFill/>
        </p:spPr>
        <p:txBody>
          <a:bodyPr wrap="square">
            <a:spAutoFit/>
          </a:bodyPr>
          <a:lstStyle/>
          <a:p>
            <a:pPr>
              <a:buNone/>
            </a:pPr>
            <a:r>
              <a:rPr lang="en-US" dirty="0">
                <a:effectLst/>
              </a:rPr>
              <a:t>Francis Crick, 1973</a:t>
            </a:r>
          </a:p>
        </p:txBody>
      </p:sp>
      <p:sp>
        <p:nvSpPr>
          <p:cNvPr id="13" name="TextBox 12">
            <a:extLst>
              <a:ext uri="{FF2B5EF4-FFF2-40B4-BE49-F238E27FC236}">
                <a16:creationId xmlns:a16="http://schemas.microsoft.com/office/drawing/2014/main" id="{157227A1-48C4-C59C-BABB-9F9272D91502}"/>
              </a:ext>
            </a:extLst>
          </p:cNvPr>
          <p:cNvSpPr txBox="1"/>
          <p:nvPr/>
        </p:nvSpPr>
        <p:spPr>
          <a:xfrm>
            <a:off x="6307056" y="2054683"/>
            <a:ext cx="5872120" cy="923330"/>
          </a:xfrm>
          <a:prstGeom prst="rect">
            <a:avLst/>
          </a:prstGeom>
          <a:noFill/>
        </p:spPr>
        <p:txBody>
          <a:bodyPr wrap="none" rtlCol="0">
            <a:spAutoFit/>
          </a:bodyPr>
          <a:lstStyle/>
          <a:p>
            <a:pPr marL="285750" indent="-285750">
              <a:buFont typeface="Arial" panose="020B0604020202020204" pitchFamily="34" charset="0"/>
              <a:buChar char="•"/>
            </a:pPr>
            <a:r>
              <a:rPr lang="en-US" b="1" dirty="0"/>
              <a:t>Integrate experiment and theory via simulation.</a:t>
            </a:r>
          </a:p>
          <a:p>
            <a:endParaRPr lang="en-US" b="1" dirty="0"/>
          </a:p>
          <a:p>
            <a:pPr marL="285750" indent="-285750">
              <a:buFont typeface="Arial" panose="020B0604020202020204" pitchFamily="34" charset="0"/>
              <a:buChar char="•"/>
            </a:pPr>
            <a:r>
              <a:rPr lang="en-US" b="1" dirty="0"/>
              <a:t>Connect the entire cell by mechanical processes.</a:t>
            </a:r>
          </a:p>
        </p:txBody>
      </p:sp>
      <p:sp>
        <p:nvSpPr>
          <p:cNvPr id="15" name="TextBox 14">
            <a:extLst>
              <a:ext uri="{FF2B5EF4-FFF2-40B4-BE49-F238E27FC236}">
                <a16:creationId xmlns:a16="http://schemas.microsoft.com/office/drawing/2014/main" id="{862F5929-AD22-0124-92FD-F2504912DA88}"/>
              </a:ext>
            </a:extLst>
          </p:cNvPr>
          <p:cNvSpPr txBox="1"/>
          <p:nvPr/>
        </p:nvSpPr>
        <p:spPr>
          <a:xfrm>
            <a:off x="7924807" y="1338412"/>
            <a:ext cx="2784716" cy="461665"/>
          </a:xfrm>
          <a:prstGeom prst="rect">
            <a:avLst/>
          </a:prstGeom>
          <a:noFill/>
        </p:spPr>
        <p:txBody>
          <a:bodyPr wrap="square">
            <a:spAutoFit/>
          </a:bodyPr>
          <a:lstStyle/>
          <a:p>
            <a:r>
              <a:rPr lang="en-US" sz="2400" b="1" dirty="0"/>
              <a:t>Whole-Cell Model</a:t>
            </a:r>
          </a:p>
        </p:txBody>
      </p:sp>
      <p:cxnSp>
        <p:nvCxnSpPr>
          <p:cNvPr id="17" name="Straight Connector 16">
            <a:extLst>
              <a:ext uri="{FF2B5EF4-FFF2-40B4-BE49-F238E27FC236}">
                <a16:creationId xmlns:a16="http://schemas.microsoft.com/office/drawing/2014/main" id="{B0517218-9B51-C0C5-FBB8-E2C3DF5D043A}"/>
              </a:ext>
            </a:extLst>
          </p:cNvPr>
          <p:cNvCxnSpPr>
            <a:cxnSpLocks/>
          </p:cNvCxnSpPr>
          <p:nvPr/>
        </p:nvCxnSpPr>
        <p:spPr>
          <a:xfrm>
            <a:off x="5965370" y="1569244"/>
            <a:ext cx="0" cy="4787108"/>
          </a:xfrm>
          <a:prstGeom prst="line">
            <a:avLst/>
          </a:prstGeom>
          <a:ln w="381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71CB0C71-8414-EF5A-F241-3233B3CF01F2}"/>
              </a:ext>
            </a:extLst>
          </p:cNvPr>
          <p:cNvSpPr txBox="1"/>
          <p:nvPr/>
        </p:nvSpPr>
        <p:spPr>
          <a:xfrm>
            <a:off x="0" y="6366296"/>
            <a:ext cx="7384829" cy="461665"/>
          </a:xfrm>
          <a:prstGeom prst="rect">
            <a:avLst/>
          </a:prstGeom>
          <a:noFill/>
        </p:spPr>
        <p:txBody>
          <a:bodyPr wrap="square">
            <a:spAutoFit/>
          </a:bodyPr>
          <a:lstStyle/>
          <a:p>
            <a:pPr marL="228600" indent="-228600">
              <a:buAutoNum type="arabicPeriod"/>
            </a:pPr>
            <a:r>
              <a:rPr lang="en-US" sz="1200" dirty="0">
                <a:effectLst/>
              </a:rPr>
              <a:t>Stevens, J. A. </a:t>
            </a:r>
            <a:r>
              <a:rPr lang="en-US" sz="1200" i="1" dirty="0">
                <a:effectLst/>
              </a:rPr>
              <a:t>et al.</a:t>
            </a:r>
            <a:r>
              <a:rPr lang="en-US" sz="1200" dirty="0">
                <a:effectLst/>
              </a:rPr>
              <a:t> Molecular dynamics simulation of an entire cell. </a:t>
            </a:r>
            <a:r>
              <a:rPr lang="en-US" sz="1200" i="1" dirty="0">
                <a:effectLst/>
              </a:rPr>
              <a:t>Front. Chem.</a:t>
            </a:r>
            <a:r>
              <a:rPr lang="en-US" sz="1200" dirty="0">
                <a:effectLst/>
              </a:rPr>
              <a:t> </a:t>
            </a:r>
            <a:r>
              <a:rPr lang="en-US" sz="1200" b="1" dirty="0">
                <a:effectLst/>
              </a:rPr>
              <a:t>11</a:t>
            </a:r>
            <a:r>
              <a:rPr lang="en-US" sz="1200" dirty="0">
                <a:effectLst/>
              </a:rPr>
              <a:t>, 1106495 (2023).</a:t>
            </a:r>
          </a:p>
          <a:p>
            <a:pPr marL="228600" indent="-228600">
              <a:buFontTx/>
              <a:buAutoNum type="arabicPeriod"/>
            </a:pPr>
            <a:r>
              <a:rPr lang="en-US" sz="1200" dirty="0">
                <a:latin typeface="Arial" panose="020B0604020202020204" pitchFamily="34" charset="0"/>
                <a:cs typeface="Arial" panose="020B0604020202020204" pitchFamily="34" charset="0"/>
              </a:rPr>
              <a:t>Bianchi, D. M., </a:t>
            </a:r>
            <a:r>
              <a:rPr lang="en-US" sz="1200" i="1" dirty="0">
                <a:latin typeface="Arial" panose="020B0604020202020204" pitchFamily="34" charset="0"/>
                <a:cs typeface="Arial" panose="020B0604020202020204" pitchFamily="34" charset="0"/>
              </a:rPr>
              <a:t>et al.</a:t>
            </a:r>
            <a:r>
              <a:rPr lang="en-US" sz="1200" dirty="0">
                <a:latin typeface="Arial" panose="020B0604020202020204" pitchFamily="34" charset="0"/>
                <a:cs typeface="Arial" panose="020B0604020202020204" pitchFamily="34" charset="0"/>
              </a:rPr>
              <a:t>, …, </a:t>
            </a:r>
            <a:r>
              <a:rPr lang="en-US" sz="1200" dirty="0" err="1">
                <a:latin typeface="Arial" panose="020B0604020202020204" pitchFamily="34" charset="0"/>
                <a:cs typeface="Arial" panose="020B0604020202020204" pitchFamily="34" charset="0"/>
              </a:rPr>
              <a:t>Luthey</a:t>
            </a:r>
            <a:r>
              <a:rPr lang="en-US" sz="1200" dirty="0">
                <a:latin typeface="Arial" panose="020B0604020202020204" pitchFamily="34" charset="0"/>
                <a:cs typeface="Arial" panose="020B0604020202020204" pitchFamily="34" charset="0"/>
              </a:rPr>
              <a:t>‐Schulten, Z. </a:t>
            </a:r>
            <a:r>
              <a:rPr lang="en-US" sz="1200" i="1" dirty="0">
                <a:latin typeface="Arial" panose="020B0604020202020204" pitchFamily="34" charset="0"/>
                <a:cs typeface="Arial" panose="020B0604020202020204" pitchFamily="34" charset="0"/>
              </a:rPr>
              <a:t>IET syst. biol.</a:t>
            </a:r>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12</a:t>
            </a:r>
            <a:r>
              <a:rPr lang="en-US" sz="1200" dirty="0">
                <a:latin typeface="Arial" panose="020B0604020202020204" pitchFamily="34" charset="0"/>
                <a:cs typeface="Arial" panose="020B0604020202020204" pitchFamily="34" charset="0"/>
              </a:rPr>
              <a:t>, 170–176 (2018).</a:t>
            </a:r>
          </a:p>
        </p:txBody>
      </p:sp>
    </p:spTree>
    <p:extLst>
      <p:ext uri="{BB962C8B-B14F-4D97-AF65-F5344CB8AC3E}">
        <p14:creationId xmlns:p14="http://schemas.microsoft.com/office/powerpoint/2010/main" val="179848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3" grpId="0"/>
      <p:bldP spid="15" grpId="0"/>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6BE6-2817-72C7-0373-64E85F6136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F08B6-45F5-4387-0031-C75A8C967E9C}"/>
              </a:ext>
            </a:extLst>
          </p:cNvPr>
          <p:cNvSpPr>
            <a:spLocks noGrp="1"/>
          </p:cNvSpPr>
          <p:nvPr>
            <p:ph type="title"/>
          </p:nvPr>
        </p:nvSpPr>
        <p:spPr/>
        <p:txBody>
          <a:bodyPr/>
          <a:lstStyle/>
          <a:p>
            <a:r>
              <a:rPr lang="en-US" dirty="0"/>
              <a:t>Synthetic Minimal Cell – JCVI-Syn3A as Model Organism</a:t>
            </a:r>
          </a:p>
        </p:txBody>
      </p:sp>
      <p:sp>
        <p:nvSpPr>
          <p:cNvPr id="3" name="Slide Number Placeholder 2">
            <a:extLst>
              <a:ext uri="{FF2B5EF4-FFF2-40B4-BE49-F238E27FC236}">
                <a16:creationId xmlns:a16="http://schemas.microsoft.com/office/drawing/2014/main" id="{A0704D13-8DB5-B2B7-63E0-1D29849F2301}"/>
              </a:ext>
            </a:extLst>
          </p:cNvPr>
          <p:cNvSpPr>
            <a:spLocks noGrp="1"/>
          </p:cNvSpPr>
          <p:nvPr>
            <p:ph type="sldNum" sz="quarter" idx="17"/>
          </p:nvPr>
        </p:nvSpPr>
        <p:spPr/>
        <p:txBody>
          <a:bodyPr/>
          <a:lstStyle/>
          <a:p>
            <a:fld id="{86134D44-37F0-44A1-8A08-E9432A030C07}" type="slidenum">
              <a:rPr lang="en-US" smtClean="0"/>
              <a:pPr/>
              <a:t>4</a:t>
            </a:fld>
            <a:endParaRPr lang="en-US" dirty="0"/>
          </a:p>
        </p:txBody>
      </p:sp>
      <p:pic>
        <p:nvPicPr>
          <p:cNvPr id="5" name="Picture 4" descr="A diagram of a circular structure&#10;&#10;AI-generated content may be incorrect.">
            <a:extLst>
              <a:ext uri="{FF2B5EF4-FFF2-40B4-BE49-F238E27FC236}">
                <a16:creationId xmlns:a16="http://schemas.microsoft.com/office/drawing/2014/main" id="{4D3D3B94-7928-DCDF-2132-D6CD48CAD1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266" y="1193991"/>
            <a:ext cx="5132776" cy="4857806"/>
          </a:xfrm>
          <a:prstGeom prst="rect">
            <a:avLst/>
          </a:prstGeom>
        </p:spPr>
      </p:pic>
      <p:sp>
        <p:nvSpPr>
          <p:cNvPr id="6" name="TextBox 5">
            <a:extLst>
              <a:ext uri="{FF2B5EF4-FFF2-40B4-BE49-F238E27FC236}">
                <a16:creationId xmlns:a16="http://schemas.microsoft.com/office/drawing/2014/main" id="{477BE430-308D-A183-2011-3B065B4B9018}"/>
              </a:ext>
            </a:extLst>
          </p:cNvPr>
          <p:cNvSpPr txBox="1"/>
          <p:nvPr/>
        </p:nvSpPr>
        <p:spPr>
          <a:xfrm>
            <a:off x="5153891" y="1714856"/>
            <a:ext cx="7103227" cy="3728521"/>
          </a:xfrm>
          <a:prstGeom prst="rect">
            <a:avLst/>
          </a:prstGeom>
          <a:noFill/>
        </p:spPr>
        <p:txBody>
          <a:bodyPr wrap="none" rtlCol="0">
            <a:spAutoFit/>
          </a:bodyPr>
          <a:lstStyle/>
          <a:p>
            <a:pPr>
              <a:lnSpc>
                <a:spcPct val="150000"/>
              </a:lnSpc>
            </a:pPr>
            <a:r>
              <a:rPr lang="en-US" b="1" dirty="0">
                <a:latin typeface="Arial" panose="020B0604020202020204" pitchFamily="34" charset="0"/>
                <a:cs typeface="Arial" panose="020B0604020202020204" pitchFamily="34" charset="0"/>
              </a:rPr>
              <a:t>Minimized circular genome of 543 </a:t>
            </a:r>
            <a:r>
              <a:rPr lang="en-US" b="1" dirty="0" err="1">
                <a:latin typeface="Arial" panose="020B0604020202020204" pitchFamily="34" charset="0"/>
                <a:cs typeface="Arial" panose="020B0604020202020204" pitchFamily="34" charset="0"/>
              </a:rPr>
              <a:t>kbp</a:t>
            </a:r>
            <a:r>
              <a:rPr lang="en-US" b="1" dirty="0">
                <a:latin typeface="Arial" panose="020B0604020202020204" pitchFamily="34" charset="0"/>
                <a:cs typeface="Arial" panose="020B0604020202020204" pitchFamily="34" charset="0"/>
              </a:rPr>
              <a:t> (half a million):</a:t>
            </a:r>
            <a:endParaRPr lang="en-US" dirty="0">
              <a:latin typeface="Arial" panose="020B0604020202020204" pitchFamily="34" charset="0"/>
              <a:cs typeface="Arial" panose="020B0604020202020204" pitchFamily="34" charset="0"/>
            </a:endParaRPr>
          </a:p>
          <a:p>
            <a:pPr marL="742950" lvl="1" indent="-285750">
              <a:lnSpc>
                <a:spcPct val="125000"/>
              </a:lnSpc>
              <a:buFont typeface="Arial" panose="020B0604020202020204" pitchFamily="34" charset="0"/>
              <a:buChar char="•"/>
            </a:pPr>
            <a:r>
              <a:rPr lang="en-US" dirty="0">
                <a:latin typeface="Arial" panose="020B0604020202020204" pitchFamily="34" charset="0"/>
                <a:cs typeface="Arial" panose="020B0604020202020204" pitchFamily="34" charset="0"/>
              </a:rPr>
              <a:t>Reduced genome from </a:t>
            </a:r>
            <a:r>
              <a:rPr lang="en-US" i="1" dirty="0">
                <a:latin typeface="Arial" panose="020B0604020202020204" pitchFamily="34" charset="0"/>
                <a:cs typeface="Arial" panose="020B0604020202020204" pitchFamily="34" charset="0"/>
              </a:rPr>
              <a:t>Mycoplasma mycoides</a:t>
            </a:r>
            <a:r>
              <a:rPr lang="en-US" dirty="0">
                <a:latin typeface="Arial" panose="020B0604020202020204" pitchFamily="34" charset="0"/>
                <a:cs typeface="Arial" panose="020B0604020202020204" pitchFamily="34" charset="0"/>
              </a:rPr>
              <a:t> subsp. </a:t>
            </a:r>
            <a:r>
              <a:rPr lang="en-US" i="1" dirty="0">
                <a:latin typeface="Arial" panose="020B0604020202020204" pitchFamily="34" charset="0"/>
                <a:cs typeface="Arial" panose="020B0604020202020204" pitchFamily="34" charset="0"/>
              </a:rPr>
              <a:t>Capri.</a:t>
            </a:r>
          </a:p>
          <a:p>
            <a:pPr marL="742950" lvl="1" indent="-285750">
              <a:lnSpc>
                <a:spcPct val="125000"/>
              </a:lnSpc>
              <a:buFont typeface="Arial" panose="020B0604020202020204" pitchFamily="34" charset="0"/>
              <a:buChar char="•"/>
            </a:pPr>
            <a:r>
              <a:rPr lang="en-US" dirty="0">
                <a:latin typeface="Arial" panose="020B0604020202020204" pitchFamily="34" charset="0"/>
                <a:cs typeface="Arial" panose="020B0604020202020204" pitchFamily="34" charset="0"/>
              </a:rPr>
              <a:t>Encoding 452 proteins and 38 RNAs.</a:t>
            </a:r>
          </a:p>
          <a:p>
            <a:pPr marL="742950" lvl="1" indent="-285750">
              <a:lnSpc>
                <a:spcPct val="125000"/>
              </a:lnSpc>
              <a:buFont typeface="Arial" panose="020B0604020202020204" pitchFamily="34" charset="0"/>
              <a:buChar char="•"/>
            </a:pPr>
            <a:r>
              <a:rPr lang="en-US" b="1" dirty="0">
                <a:latin typeface="Arial" panose="020B0604020202020204" pitchFamily="34" charset="0"/>
                <a:cs typeface="Arial" panose="020B0604020202020204" pitchFamily="34" charset="0"/>
              </a:rPr>
              <a:t>Only 90 of the 452 proteins unknown (lowest).</a:t>
            </a:r>
          </a:p>
          <a:p>
            <a:pPr marL="742950" lvl="1" indent="-285750">
              <a:lnSpc>
                <a:spcPct val="125000"/>
              </a:lnSpc>
              <a:buFont typeface="Arial" panose="020B0604020202020204" pitchFamily="34" charset="0"/>
              <a:buChar char="•"/>
            </a:pPr>
            <a:r>
              <a:rPr lang="en-US" dirty="0">
                <a:latin typeface="Arial" panose="020B0604020202020204" pitchFamily="34" charset="0"/>
                <a:cs typeface="Arial" panose="020B0604020202020204" pitchFamily="34" charset="0"/>
              </a:rPr>
              <a:t>Two rRNA operons.</a:t>
            </a:r>
            <a:endParaRPr lang="en-US" b="1" dirty="0">
              <a:latin typeface="Arial" panose="020B0604020202020204" pitchFamily="34" charset="0"/>
              <a:cs typeface="Arial" panose="020B0604020202020204" pitchFamily="34" charset="0"/>
            </a:endParaRPr>
          </a:p>
          <a:p>
            <a:pPr>
              <a:lnSpc>
                <a:spcPct val="150000"/>
              </a:lnSpc>
            </a:pPr>
            <a:r>
              <a:rPr lang="en-US" b="1" dirty="0">
                <a:latin typeface="Arial" panose="020B0604020202020204" pitchFamily="34" charset="0"/>
                <a:cs typeface="Arial" panose="020B0604020202020204" pitchFamily="34" charset="0"/>
              </a:rPr>
              <a:t>Smallest autonomously replicating organism:</a:t>
            </a:r>
          </a:p>
          <a:p>
            <a:pPr marL="742950" lvl="1" indent="-285750">
              <a:lnSpc>
                <a:spcPct val="125000"/>
              </a:lnSpc>
              <a:buFont typeface="Arial" panose="020B0604020202020204" pitchFamily="34" charset="0"/>
              <a:buChar char="•"/>
            </a:pPr>
            <a:r>
              <a:rPr lang="en-US" dirty="0">
                <a:latin typeface="Arial" panose="020B0604020202020204" pitchFamily="34" charset="0"/>
                <a:cs typeface="Arial" panose="020B0604020202020204" pitchFamily="34" charset="0"/>
              </a:rPr>
              <a:t>Doubling time of ~ </a:t>
            </a:r>
            <a:r>
              <a:rPr lang="en-US" b="1" dirty="0">
                <a:latin typeface="Arial" panose="020B0604020202020204" pitchFamily="34" charset="0"/>
                <a:cs typeface="Arial" panose="020B0604020202020204" pitchFamily="34" charset="0"/>
              </a:rPr>
              <a:t>2 hours in lab condition.</a:t>
            </a:r>
          </a:p>
          <a:p>
            <a:pPr marL="742950" lvl="1" indent="-285750">
              <a:lnSpc>
                <a:spcPct val="125000"/>
              </a:lnSpc>
              <a:buFont typeface="Arial" panose="020B0604020202020204" pitchFamily="34" charset="0"/>
              <a:buChar char="•"/>
            </a:pPr>
            <a:r>
              <a:rPr lang="en-US" dirty="0">
                <a:latin typeface="Arial" panose="020B0604020202020204" pitchFamily="34" charset="0"/>
                <a:cs typeface="Arial" panose="020B0604020202020204" pitchFamily="34" charset="0"/>
              </a:rPr>
              <a:t>Spherical morphology with radius of </a:t>
            </a:r>
            <a:r>
              <a:rPr lang="en-US" b="1" dirty="0">
                <a:latin typeface="Arial" panose="020B0604020202020204" pitchFamily="34" charset="0"/>
                <a:cs typeface="Arial" panose="020B0604020202020204" pitchFamily="34" charset="0"/>
              </a:rPr>
              <a:t>200 nm.</a:t>
            </a:r>
          </a:p>
          <a:p>
            <a:pPr>
              <a:lnSpc>
                <a:spcPct val="150000"/>
              </a:lnSpc>
            </a:pPr>
            <a:r>
              <a:rPr lang="en-US" b="1" dirty="0">
                <a:latin typeface="Arial" panose="020B0604020202020204" pitchFamily="34" charset="0"/>
                <a:cs typeface="Arial" panose="020B0604020202020204" pitchFamily="34" charset="0"/>
              </a:rPr>
              <a:t>Perfect organism for WCM:</a:t>
            </a:r>
          </a:p>
          <a:p>
            <a:pPr marL="742950" lvl="1" indent="-285750">
              <a:lnSpc>
                <a:spcPct val="125000"/>
              </a:lnSpc>
              <a:buFont typeface="Arial" panose="020B0604020202020204" pitchFamily="34" charset="0"/>
              <a:buChar char="•"/>
            </a:pPr>
            <a:r>
              <a:rPr lang="en-US" b="1" i="1" dirty="0">
                <a:latin typeface="Arial" panose="020B0604020202020204" pitchFamily="34" charset="0"/>
                <a:cs typeface="Arial" panose="020B0604020202020204" pitchFamily="34" charset="0"/>
              </a:rPr>
              <a:t>E. coli</a:t>
            </a:r>
            <a:r>
              <a:rPr lang="en-US" b="1" dirty="0">
                <a:latin typeface="Arial" panose="020B0604020202020204" pitchFamily="34" charset="0"/>
                <a:cs typeface="Arial" panose="020B0604020202020204" pitchFamily="34" charset="0"/>
              </a:rPr>
              <a:t>: 10</a:t>
            </a:r>
            <a:r>
              <a:rPr lang="en-US" dirty="0">
                <a:latin typeface="Arial" panose="020B0604020202020204" pitchFamily="34" charset="0"/>
                <a:cs typeface="Arial" panose="020B0604020202020204" pitchFamily="34" charset="0"/>
              </a:rPr>
              <a:t> times bigger, with ~ </a:t>
            </a:r>
            <a:r>
              <a:rPr lang="en-US" b="1" dirty="0">
                <a:latin typeface="Arial" panose="020B0604020202020204" pitchFamily="34" charset="0"/>
                <a:cs typeface="Arial" panose="020B0604020202020204" pitchFamily="34" charset="0"/>
              </a:rPr>
              <a:t>1,800</a:t>
            </a:r>
            <a:r>
              <a:rPr lang="en-US" dirty="0">
                <a:latin typeface="Arial" panose="020B0604020202020204" pitchFamily="34" charset="0"/>
                <a:cs typeface="Arial" panose="020B0604020202020204" pitchFamily="34" charset="0"/>
              </a:rPr>
              <a:t> unclear proteins.</a:t>
            </a:r>
          </a:p>
        </p:txBody>
      </p:sp>
      <p:sp>
        <p:nvSpPr>
          <p:cNvPr id="4" name="TextBox 3">
            <a:extLst>
              <a:ext uri="{FF2B5EF4-FFF2-40B4-BE49-F238E27FC236}">
                <a16:creationId xmlns:a16="http://schemas.microsoft.com/office/drawing/2014/main" id="{E3367710-738A-A9F6-AEFF-3223A2C17469}"/>
              </a:ext>
            </a:extLst>
          </p:cNvPr>
          <p:cNvSpPr txBox="1"/>
          <p:nvPr/>
        </p:nvSpPr>
        <p:spPr>
          <a:xfrm>
            <a:off x="187586" y="6452934"/>
            <a:ext cx="7564443" cy="276999"/>
          </a:xfrm>
          <a:prstGeom prst="rect">
            <a:avLst/>
          </a:prstGeom>
          <a:noFill/>
        </p:spPr>
        <p:txBody>
          <a:bodyPr wrap="none" rtlCol="0">
            <a:spAutoFit/>
          </a:bodyPr>
          <a:lstStyle/>
          <a:p>
            <a:r>
              <a:rPr lang="en-US" sz="1200" dirty="0"/>
              <a:t>1. Hutchison, C. A. </a:t>
            </a:r>
            <a:r>
              <a:rPr lang="en-US" sz="1200" i="1" dirty="0"/>
              <a:t>et al.</a:t>
            </a:r>
            <a:r>
              <a:rPr lang="en-US" sz="1200" dirty="0"/>
              <a:t> Design and synthesis of a minimal bacterial genome. </a:t>
            </a:r>
            <a:r>
              <a:rPr lang="en-US" sz="1200" i="1" dirty="0"/>
              <a:t>Science</a:t>
            </a:r>
            <a:r>
              <a:rPr lang="en-US" sz="1200" dirty="0"/>
              <a:t> </a:t>
            </a:r>
            <a:r>
              <a:rPr lang="en-US" sz="1200" b="1" dirty="0"/>
              <a:t>351</a:t>
            </a:r>
            <a:r>
              <a:rPr lang="en-US" sz="1200" dirty="0"/>
              <a:t>, aad6253 (2016).</a:t>
            </a:r>
            <a:endParaRPr lang="en-US" sz="12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5E04A18F-9DCE-30CB-8096-A756E3528550}"/>
              </a:ext>
            </a:extLst>
          </p:cNvPr>
          <p:cNvSpPr txBox="1"/>
          <p:nvPr/>
        </p:nvSpPr>
        <p:spPr>
          <a:xfrm>
            <a:off x="352686" y="5787362"/>
            <a:ext cx="4801205" cy="416011"/>
          </a:xfrm>
          <a:prstGeom prst="rect">
            <a:avLst/>
          </a:prstGeom>
          <a:noFill/>
        </p:spPr>
        <p:txBody>
          <a:bodyPr wrap="square">
            <a:spAutoFit/>
          </a:bodyPr>
          <a:lstStyle/>
          <a:p>
            <a:pPr>
              <a:lnSpc>
                <a:spcPct val="150000"/>
              </a:lnSpc>
            </a:pPr>
            <a:r>
              <a:rPr lang="en-US" sz="1600" dirty="0">
                <a:latin typeface="Arial" panose="020B0604020202020204" pitchFamily="34" charset="0"/>
                <a:cs typeface="Arial" panose="020B0604020202020204" pitchFamily="34" charset="0"/>
              </a:rPr>
              <a:t>Published by J. Craig Venter Institute in 2016</a:t>
            </a:r>
            <a:r>
              <a:rPr lang="en-US" sz="1600" baseline="30000" dirty="0">
                <a:latin typeface="Arial" panose="020B0604020202020204" pitchFamily="34" charset="0"/>
                <a:cs typeface="Arial" panose="020B0604020202020204" pitchFamily="34" charset="0"/>
              </a:rPr>
              <a:t>1</a:t>
            </a:r>
          </a:p>
        </p:txBody>
      </p:sp>
      <p:sp>
        <p:nvSpPr>
          <p:cNvPr id="7" name="TextBox 6">
            <a:extLst>
              <a:ext uri="{FF2B5EF4-FFF2-40B4-BE49-F238E27FC236}">
                <a16:creationId xmlns:a16="http://schemas.microsoft.com/office/drawing/2014/main" id="{6252ED92-2E9B-7D93-E4BA-837B2428D4F5}"/>
              </a:ext>
            </a:extLst>
          </p:cNvPr>
          <p:cNvSpPr txBox="1"/>
          <p:nvPr/>
        </p:nvSpPr>
        <p:spPr>
          <a:xfrm>
            <a:off x="7038111" y="5723914"/>
            <a:ext cx="2941831" cy="369332"/>
          </a:xfrm>
          <a:prstGeom prst="rect">
            <a:avLst/>
          </a:prstGeom>
          <a:noFill/>
          <a:ln w="28575">
            <a:solidFill>
              <a:schemeClr val="tx1"/>
            </a:solidFill>
          </a:ln>
        </p:spPr>
        <p:txBody>
          <a:bodyPr wrap="none" rtlCol="0">
            <a:spAutoFit/>
          </a:bodyPr>
          <a:lstStyle/>
          <a:p>
            <a:r>
              <a:rPr lang="en-US" b="1" i="1" dirty="0"/>
              <a:t>Fundamental Rule of Life</a:t>
            </a:r>
          </a:p>
        </p:txBody>
      </p:sp>
    </p:spTree>
    <p:extLst>
      <p:ext uri="{BB962C8B-B14F-4D97-AF65-F5344CB8AC3E}">
        <p14:creationId xmlns:p14="http://schemas.microsoft.com/office/powerpoint/2010/main" val="3060268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68404-5073-DC5D-7D2F-E19EA873803E}"/>
              </a:ext>
            </a:extLst>
          </p:cNvPr>
          <p:cNvSpPr>
            <a:spLocks noGrp="1"/>
          </p:cNvSpPr>
          <p:nvPr>
            <p:ph type="title"/>
          </p:nvPr>
        </p:nvSpPr>
        <p:spPr>
          <a:xfrm>
            <a:off x="666740" y="22841"/>
            <a:ext cx="10370191" cy="745668"/>
          </a:xfrm>
        </p:spPr>
        <p:txBody>
          <a:bodyPr/>
          <a:lstStyle/>
          <a:p>
            <a:r>
              <a:rPr lang="en-US" dirty="0"/>
              <a:t>Whole-Cell Model of a Minimal Cell, JCVI-Syn3A</a:t>
            </a:r>
          </a:p>
        </p:txBody>
      </p:sp>
      <p:sp>
        <p:nvSpPr>
          <p:cNvPr id="3" name="Slide Number Placeholder 2">
            <a:extLst>
              <a:ext uri="{FF2B5EF4-FFF2-40B4-BE49-F238E27FC236}">
                <a16:creationId xmlns:a16="http://schemas.microsoft.com/office/drawing/2014/main" id="{6755441C-B7E8-98E6-14C4-65860F8DD1AC}"/>
              </a:ext>
            </a:extLst>
          </p:cNvPr>
          <p:cNvSpPr>
            <a:spLocks noGrp="1"/>
          </p:cNvSpPr>
          <p:nvPr>
            <p:ph type="sldNum" sz="quarter" idx="17"/>
          </p:nvPr>
        </p:nvSpPr>
        <p:spPr/>
        <p:txBody>
          <a:bodyPr/>
          <a:lstStyle/>
          <a:p>
            <a:fld id="{86134D44-37F0-44A1-8A08-E9432A030C07}" type="slidenum">
              <a:rPr lang="en-US" smtClean="0"/>
              <a:pPr/>
              <a:t>5</a:t>
            </a:fld>
            <a:endParaRPr lang="en-US" dirty="0"/>
          </a:p>
        </p:txBody>
      </p:sp>
      <p:sp>
        <p:nvSpPr>
          <p:cNvPr id="4" name="Right Arrow 3">
            <a:extLst>
              <a:ext uri="{FF2B5EF4-FFF2-40B4-BE49-F238E27FC236}">
                <a16:creationId xmlns:a16="http://schemas.microsoft.com/office/drawing/2014/main" id="{41B86D97-23ED-5FCF-A299-DDAC4D64A346}"/>
              </a:ext>
            </a:extLst>
          </p:cNvPr>
          <p:cNvSpPr/>
          <p:nvPr/>
        </p:nvSpPr>
        <p:spPr>
          <a:xfrm>
            <a:off x="609600" y="3316084"/>
            <a:ext cx="10972800" cy="147321"/>
          </a:xfrm>
          <a:prstGeom prst="rightArrow">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E4B375A3-74D4-56B0-FF3F-E393725FFBE5}"/>
              </a:ext>
            </a:extLst>
          </p:cNvPr>
          <p:cNvSpPr txBox="1"/>
          <p:nvPr/>
        </p:nvSpPr>
        <p:spPr>
          <a:xfrm>
            <a:off x="702063" y="2992816"/>
            <a:ext cx="934563" cy="369332"/>
          </a:xfrm>
          <a:prstGeom prst="rect">
            <a:avLst/>
          </a:prstGeom>
          <a:noFill/>
        </p:spPr>
        <p:txBody>
          <a:bodyPr wrap="square">
            <a:spAutoFit/>
          </a:bodyPr>
          <a:lstStyle/>
          <a:p>
            <a:r>
              <a:rPr lang="en-US" dirty="0">
                <a:solidFill>
                  <a:srgbClr val="D4918B"/>
                </a:solidFill>
                <a:latin typeface="Arial" panose="020B0604020202020204" pitchFamily="34" charset="0"/>
                <a:cs typeface="Arial" panose="020B0604020202020204" pitchFamily="34" charset="0"/>
              </a:rPr>
              <a:t>2016</a:t>
            </a:r>
          </a:p>
        </p:txBody>
      </p:sp>
      <p:sp>
        <p:nvSpPr>
          <p:cNvPr id="6" name="TextBox 5">
            <a:extLst>
              <a:ext uri="{FF2B5EF4-FFF2-40B4-BE49-F238E27FC236}">
                <a16:creationId xmlns:a16="http://schemas.microsoft.com/office/drawing/2014/main" id="{33C6FCCF-1836-43AD-9886-EC2AA1DAFBA2}"/>
              </a:ext>
            </a:extLst>
          </p:cNvPr>
          <p:cNvSpPr txBox="1"/>
          <p:nvPr/>
        </p:nvSpPr>
        <p:spPr>
          <a:xfrm>
            <a:off x="1612135" y="3523218"/>
            <a:ext cx="901662" cy="369332"/>
          </a:xfrm>
          <a:prstGeom prst="rect">
            <a:avLst/>
          </a:prstGeom>
          <a:noFill/>
        </p:spPr>
        <p:txBody>
          <a:bodyPr wrap="square">
            <a:spAutoFit/>
          </a:bodyPr>
          <a:lstStyle/>
          <a:p>
            <a:r>
              <a:rPr lang="en-US" dirty="0">
                <a:solidFill>
                  <a:srgbClr val="C4D6A0"/>
                </a:solidFill>
                <a:latin typeface="Arial" panose="020B0604020202020204" pitchFamily="34" charset="0"/>
                <a:cs typeface="Arial" panose="020B0604020202020204" pitchFamily="34" charset="0"/>
              </a:rPr>
              <a:t>2019</a:t>
            </a:r>
          </a:p>
        </p:txBody>
      </p:sp>
      <p:sp>
        <p:nvSpPr>
          <p:cNvPr id="7" name="TextBox 6">
            <a:extLst>
              <a:ext uri="{FF2B5EF4-FFF2-40B4-BE49-F238E27FC236}">
                <a16:creationId xmlns:a16="http://schemas.microsoft.com/office/drawing/2014/main" id="{DD05AED4-84C3-B04F-29DF-8CD85E080AD6}"/>
              </a:ext>
            </a:extLst>
          </p:cNvPr>
          <p:cNvSpPr txBox="1"/>
          <p:nvPr/>
        </p:nvSpPr>
        <p:spPr>
          <a:xfrm>
            <a:off x="4032945" y="3516826"/>
            <a:ext cx="901662" cy="369332"/>
          </a:xfrm>
          <a:prstGeom prst="rect">
            <a:avLst/>
          </a:prstGeom>
          <a:noFill/>
        </p:spPr>
        <p:txBody>
          <a:bodyPr wrap="square">
            <a:spAutoFit/>
          </a:bodyPr>
          <a:lstStyle/>
          <a:p>
            <a:r>
              <a:rPr lang="en-US" dirty="0">
                <a:solidFill>
                  <a:srgbClr val="0070C0"/>
                </a:solidFill>
                <a:latin typeface="Arial" panose="020B0604020202020204" pitchFamily="34" charset="0"/>
                <a:cs typeface="Arial" panose="020B0604020202020204" pitchFamily="34" charset="0"/>
              </a:rPr>
              <a:t>2021</a:t>
            </a:r>
          </a:p>
        </p:txBody>
      </p:sp>
      <p:sp>
        <p:nvSpPr>
          <p:cNvPr id="8" name="TextBox 7">
            <a:extLst>
              <a:ext uri="{FF2B5EF4-FFF2-40B4-BE49-F238E27FC236}">
                <a16:creationId xmlns:a16="http://schemas.microsoft.com/office/drawing/2014/main" id="{3E640491-E519-7BDB-98C2-B4C7021B081F}"/>
              </a:ext>
            </a:extLst>
          </p:cNvPr>
          <p:cNvSpPr txBox="1"/>
          <p:nvPr/>
        </p:nvSpPr>
        <p:spPr>
          <a:xfrm>
            <a:off x="7467827" y="2992816"/>
            <a:ext cx="901662" cy="369332"/>
          </a:xfrm>
          <a:prstGeom prst="rect">
            <a:avLst/>
          </a:prstGeom>
          <a:noFill/>
        </p:spPr>
        <p:txBody>
          <a:bodyPr wrap="square">
            <a:spAutoFit/>
          </a:bodyPr>
          <a:lstStyle/>
          <a:p>
            <a:r>
              <a:rPr lang="en-US" dirty="0">
                <a:solidFill>
                  <a:schemeClr val="bg2">
                    <a:lumMod val="50000"/>
                  </a:schemeClr>
                </a:solidFill>
                <a:latin typeface="Arial" panose="020B0604020202020204" pitchFamily="34" charset="0"/>
                <a:cs typeface="Arial" panose="020B0604020202020204" pitchFamily="34" charset="0"/>
              </a:rPr>
              <a:t>2023</a:t>
            </a:r>
          </a:p>
        </p:txBody>
      </p:sp>
      <p:sp>
        <p:nvSpPr>
          <p:cNvPr id="9" name="TextBox 8">
            <a:extLst>
              <a:ext uri="{FF2B5EF4-FFF2-40B4-BE49-F238E27FC236}">
                <a16:creationId xmlns:a16="http://schemas.microsoft.com/office/drawing/2014/main" id="{22882A49-7608-E5C2-31E4-E130B700C12E}"/>
              </a:ext>
            </a:extLst>
          </p:cNvPr>
          <p:cNvSpPr txBox="1"/>
          <p:nvPr/>
        </p:nvSpPr>
        <p:spPr>
          <a:xfrm>
            <a:off x="9726828" y="3516826"/>
            <a:ext cx="901662" cy="369332"/>
          </a:xfrm>
          <a:prstGeom prst="rect">
            <a:avLst/>
          </a:prstGeom>
          <a:noFill/>
        </p:spPr>
        <p:txBody>
          <a:bodyPr wrap="square">
            <a:spAutoFit/>
          </a:bodyPr>
          <a:lstStyle/>
          <a:p>
            <a:r>
              <a:rPr lang="en-US" dirty="0">
                <a:solidFill>
                  <a:srgbClr val="7030A0"/>
                </a:solidFill>
                <a:latin typeface="Arial" panose="020B0604020202020204" pitchFamily="34" charset="0"/>
                <a:cs typeface="Arial" panose="020B0604020202020204" pitchFamily="34" charset="0"/>
              </a:rPr>
              <a:t>2025</a:t>
            </a:r>
          </a:p>
        </p:txBody>
      </p:sp>
      <p:pic>
        <p:nvPicPr>
          <p:cNvPr id="10" name="image7.png" descr="image7.png">
            <a:extLst>
              <a:ext uri="{FF2B5EF4-FFF2-40B4-BE49-F238E27FC236}">
                <a16:creationId xmlns:a16="http://schemas.microsoft.com/office/drawing/2014/main" id="{6104AA09-82AD-7C0E-39DB-E61C40C7F626}"/>
              </a:ext>
            </a:extLst>
          </p:cNvPr>
          <p:cNvPicPr>
            <a:picLocks noChangeAspect="1"/>
          </p:cNvPicPr>
          <p:nvPr/>
        </p:nvPicPr>
        <p:blipFill>
          <a:blip r:embed="rId5"/>
          <a:stretch>
            <a:fillRect/>
          </a:stretch>
        </p:blipFill>
        <p:spPr>
          <a:xfrm>
            <a:off x="1956034" y="1258002"/>
            <a:ext cx="2743200" cy="1836965"/>
          </a:xfrm>
          <a:prstGeom prst="rect">
            <a:avLst/>
          </a:prstGeom>
          <a:ln w="12700">
            <a:miter lim="400000"/>
          </a:ln>
        </p:spPr>
      </p:pic>
      <p:pic>
        <p:nvPicPr>
          <p:cNvPr id="11" name="Picture 10">
            <a:extLst>
              <a:ext uri="{FF2B5EF4-FFF2-40B4-BE49-F238E27FC236}">
                <a16:creationId xmlns:a16="http://schemas.microsoft.com/office/drawing/2014/main" id="{0535A174-AF80-06D2-32A0-280D7DC7F5BF}"/>
              </a:ext>
            </a:extLst>
          </p:cNvPr>
          <p:cNvPicPr>
            <a:picLocks noChangeAspect="1"/>
          </p:cNvPicPr>
          <p:nvPr/>
        </p:nvPicPr>
        <p:blipFill>
          <a:blip r:embed="rId6"/>
          <a:stretch>
            <a:fillRect/>
          </a:stretch>
        </p:blipFill>
        <p:spPr>
          <a:xfrm>
            <a:off x="221428" y="3757201"/>
            <a:ext cx="2743200" cy="2025570"/>
          </a:xfrm>
          <a:prstGeom prst="rect">
            <a:avLst/>
          </a:prstGeom>
        </p:spPr>
      </p:pic>
      <p:pic>
        <p:nvPicPr>
          <p:cNvPr id="12" name="Picture 11">
            <a:extLst>
              <a:ext uri="{FF2B5EF4-FFF2-40B4-BE49-F238E27FC236}">
                <a16:creationId xmlns:a16="http://schemas.microsoft.com/office/drawing/2014/main" id="{13AF62CA-EF91-36FE-89BF-C1D77012DABC}"/>
              </a:ext>
            </a:extLst>
          </p:cNvPr>
          <p:cNvPicPr>
            <a:picLocks noChangeAspect="1"/>
          </p:cNvPicPr>
          <p:nvPr/>
        </p:nvPicPr>
        <p:blipFill>
          <a:blip r:embed="rId7"/>
          <a:stretch>
            <a:fillRect/>
          </a:stretch>
        </p:blipFill>
        <p:spPr>
          <a:xfrm>
            <a:off x="2962221" y="4121364"/>
            <a:ext cx="2743200" cy="1580444"/>
          </a:xfrm>
          <a:prstGeom prst="rect">
            <a:avLst/>
          </a:prstGeom>
        </p:spPr>
      </p:pic>
      <p:pic>
        <p:nvPicPr>
          <p:cNvPr id="13" name="Picture 12">
            <a:extLst>
              <a:ext uri="{FF2B5EF4-FFF2-40B4-BE49-F238E27FC236}">
                <a16:creationId xmlns:a16="http://schemas.microsoft.com/office/drawing/2014/main" id="{2A95A1F2-CDEB-6066-CF40-DBFC4E039D46}"/>
              </a:ext>
            </a:extLst>
          </p:cNvPr>
          <p:cNvPicPr>
            <a:picLocks noChangeAspect="1"/>
          </p:cNvPicPr>
          <p:nvPr/>
        </p:nvPicPr>
        <p:blipFill>
          <a:blip r:embed="rId8"/>
          <a:stretch>
            <a:fillRect/>
          </a:stretch>
        </p:blipFill>
        <p:spPr>
          <a:xfrm>
            <a:off x="6062664" y="1161038"/>
            <a:ext cx="2562467" cy="1828800"/>
          </a:xfrm>
          <a:prstGeom prst="rect">
            <a:avLst/>
          </a:prstGeom>
        </p:spPr>
      </p:pic>
      <p:pic>
        <p:nvPicPr>
          <p:cNvPr id="14" name="Picture 13" descr="A diagram of a cell division&#10;&#10;AI-generated content may be incorrect.">
            <a:extLst>
              <a:ext uri="{FF2B5EF4-FFF2-40B4-BE49-F238E27FC236}">
                <a16:creationId xmlns:a16="http://schemas.microsoft.com/office/drawing/2014/main" id="{33DF42AF-560A-BD29-F577-50663DBD5EA9}"/>
              </a:ext>
            </a:extLst>
          </p:cNvPr>
          <p:cNvPicPr>
            <a:picLocks noChangeAspect="1"/>
          </p:cNvPicPr>
          <p:nvPr/>
        </p:nvPicPr>
        <p:blipFill>
          <a:blip r:embed="rId9">
            <a:alphaModFix/>
            <a:extLst>
              <a:ext uri="{28A0092B-C50C-407E-A947-70E740481C1C}">
                <a14:useLocalDpi xmlns:a14="http://schemas.microsoft.com/office/drawing/2010/main" val="0"/>
              </a:ext>
            </a:extLst>
          </a:blip>
          <a:stretch>
            <a:fillRect/>
          </a:stretch>
        </p:blipFill>
        <p:spPr>
          <a:xfrm>
            <a:off x="8874820" y="4058655"/>
            <a:ext cx="2743200" cy="1492955"/>
          </a:xfrm>
          <a:prstGeom prst="rect">
            <a:avLst/>
          </a:prstGeom>
          <a:effectLst/>
        </p:spPr>
      </p:pic>
      <p:sp>
        <p:nvSpPr>
          <p:cNvPr id="15" name="TextBox 14">
            <a:extLst>
              <a:ext uri="{FF2B5EF4-FFF2-40B4-BE49-F238E27FC236}">
                <a16:creationId xmlns:a16="http://schemas.microsoft.com/office/drawing/2014/main" id="{DBC76706-2ED9-D653-F60E-8F93C1028B97}"/>
              </a:ext>
            </a:extLst>
          </p:cNvPr>
          <p:cNvSpPr txBox="1"/>
          <p:nvPr/>
        </p:nvSpPr>
        <p:spPr>
          <a:xfrm>
            <a:off x="453485" y="5744822"/>
            <a:ext cx="219803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Gene Expression</a:t>
            </a:r>
            <a:r>
              <a:rPr lang="en-US" b="1" baseline="30000" dirty="0">
                <a:latin typeface="Arial" panose="020B0604020202020204" pitchFamily="34" charset="0"/>
                <a:cs typeface="Arial" panose="020B0604020202020204" pitchFamily="34" charset="0"/>
              </a:rPr>
              <a:t>2</a:t>
            </a:r>
          </a:p>
        </p:txBody>
      </p:sp>
      <p:sp>
        <p:nvSpPr>
          <p:cNvPr id="16" name="TextBox 15">
            <a:extLst>
              <a:ext uri="{FF2B5EF4-FFF2-40B4-BE49-F238E27FC236}">
                <a16:creationId xmlns:a16="http://schemas.microsoft.com/office/drawing/2014/main" id="{AA27E8A4-B8BB-1693-4BF2-BCE06BBCDC2E}"/>
              </a:ext>
            </a:extLst>
          </p:cNvPr>
          <p:cNvSpPr txBox="1"/>
          <p:nvPr/>
        </p:nvSpPr>
        <p:spPr>
          <a:xfrm>
            <a:off x="2488075" y="855300"/>
            <a:ext cx="1582484"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Metabolism</a:t>
            </a:r>
            <a:r>
              <a:rPr lang="en-US" b="1" baseline="30000" dirty="0">
                <a:latin typeface="Arial" panose="020B0604020202020204" pitchFamily="34" charset="0"/>
                <a:cs typeface="Arial" panose="020B0604020202020204" pitchFamily="34" charset="0"/>
              </a:rPr>
              <a:t>1</a:t>
            </a:r>
          </a:p>
        </p:txBody>
      </p:sp>
      <p:sp>
        <p:nvSpPr>
          <p:cNvPr id="17" name="TextBox 16">
            <a:extLst>
              <a:ext uri="{FF2B5EF4-FFF2-40B4-BE49-F238E27FC236}">
                <a16:creationId xmlns:a16="http://schemas.microsoft.com/office/drawing/2014/main" id="{21190307-E91D-3829-2486-013F06A28C11}"/>
              </a:ext>
            </a:extLst>
          </p:cNvPr>
          <p:cNvSpPr txBox="1"/>
          <p:nvPr/>
        </p:nvSpPr>
        <p:spPr>
          <a:xfrm>
            <a:off x="3403422" y="5712215"/>
            <a:ext cx="1697902" cy="369332"/>
          </a:xfrm>
          <a:prstGeom prst="rect">
            <a:avLst/>
          </a:prstGeom>
          <a:noFill/>
        </p:spPr>
        <p:txBody>
          <a:bodyPr wrap="none" rtlCol="0">
            <a:spAutoFit/>
          </a:bodyPr>
          <a:lstStyle/>
          <a:p>
            <a:pPr algn="ctr"/>
            <a:r>
              <a:rPr lang="en-US" b="1" dirty="0">
                <a:latin typeface="Arial" panose="020B0604020202020204" pitchFamily="34" charset="0"/>
                <a:cs typeface="Arial" panose="020B0604020202020204" pitchFamily="34" charset="0"/>
              </a:rPr>
              <a:t>3D Structure</a:t>
            </a:r>
            <a:r>
              <a:rPr lang="en-US" b="1" baseline="30000" dirty="0">
                <a:latin typeface="Arial" panose="020B0604020202020204" pitchFamily="34" charset="0"/>
                <a:cs typeface="Arial" panose="020B0604020202020204" pitchFamily="34" charset="0"/>
              </a:rPr>
              <a:t>3</a:t>
            </a:r>
          </a:p>
        </p:txBody>
      </p:sp>
      <p:sp>
        <p:nvSpPr>
          <p:cNvPr id="18" name="TextBox 17">
            <a:extLst>
              <a:ext uri="{FF2B5EF4-FFF2-40B4-BE49-F238E27FC236}">
                <a16:creationId xmlns:a16="http://schemas.microsoft.com/office/drawing/2014/main" id="{14855B9A-F87B-4C91-0156-E1CB073E2720}"/>
              </a:ext>
            </a:extLst>
          </p:cNvPr>
          <p:cNvSpPr txBox="1"/>
          <p:nvPr/>
        </p:nvSpPr>
        <p:spPr>
          <a:xfrm>
            <a:off x="5721216" y="587427"/>
            <a:ext cx="2941832" cy="646331"/>
          </a:xfrm>
          <a:prstGeom prst="rect">
            <a:avLst/>
          </a:prstGeom>
          <a:noFill/>
        </p:spPr>
        <p:txBody>
          <a:bodyPr wrap="none" rtlCol="0">
            <a:spAutoFit/>
          </a:bodyPr>
          <a:lstStyle/>
          <a:p>
            <a:pPr algn="ctr"/>
            <a:r>
              <a:rPr lang="en-US" i="1" dirty="0">
                <a:latin typeface="Arial" panose="020B0604020202020204" pitchFamily="34" charset="0"/>
                <a:cs typeface="Arial" panose="020B0604020202020204" pitchFamily="34" charset="0"/>
              </a:rPr>
              <a:t>3C Contact Map</a:t>
            </a:r>
          </a:p>
          <a:p>
            <a:pPr algn="ctr"/>
            <a:r>
              <a:rPr lang="en-US" b="1" dirty="0">
                <a:latin typeface="Arial" panose="020B0604020202020204" pitchFamily="34" charset="0"/>
                <a:cs typeface="Arial" panose="020B0604020202020204" pitchFamily="34" charset="0"/>
              </a:rPr>
              <a:t>Chromosome Dynamics</a:t>
            </a:r>
            <a:r>
              <a:rPr lang="en-US" b="1" baseline="30000" dirty="0">
                <a:latin typeface="Arial" panose="020B0604020202020204" pitchFamily="34" charset="0"/>
                <a:cs typeface="Arial" panose="020B0604020202020204" pitchFamily="34" charset="0"/>
              </a:rPr>
              <a:t>5</a:t>
            </a:r>
          </a:p>
        </p:txBody>
      </p:sp>
      <p:sp>
        <p:nvSpPr>
          <p:cNvPr id="19" name="TextBox 18">
            <a:extLst>
              <a:ext uri="{FF2B5EF4-FFF2-40B4-BE49-F238E27FC236}">
                <a16:creationId xmlns:a16="http://schemas.microsoft.com/office/drawing/2014/main" id="{90F95D4A-FBF7-8F18-6CA4-659D2725E417}"/>
              </a:ext>
            </a:extLst>
          </p:cNvPr>
          <p:cNvSpPr txBox="1"/>
          <p:nvPr/>
        </p:nvSpPr>
        <p:spPr>
          <a:xfrm>
            <a:off x="9170716" y="5621316"/>
            <a:ext cx="2480167" cy="369332"/>
          </a:xfrm>
          <a:prstGeom prst="rect">
            <a:avLst/>
          </a:prstGeom>
          <a:noFill/>
        </p:spPr>
        <p:txBody>
          <a:bodyPr wrap="none" rtlCol="0">
            <a:spAutoFit/>
          </a:bodyPr>
          <a:lstStyle/>
          <a:p>
            <a:pPr algn="ctr"/>
            <a:r>
              <a:rPr lang="en-US" b="1" dirty="0">
                <a:latin typeface="Arial" panose="020B0604020202020204" pitchFamily="34" charset="0"/>
                <a:cs typeface="Arial" panose="020B0604020202020204" pitchFamily="34" charset="0"/>
              </a:rPr>
              <a:t>Complex Formation</a:t>
            </a:r>
            <a:r>
              <a:rPr lang="en-US" b="1" baseline="30000" dirty="0">
                <a:latin typeface="Arial" panose="020B0604020202020204" pitchFamily="34" charset="0"/>
                <a:cs typeface="Arial" panose="020B0604020202020204" pitchFamily="34" charset="0"/>
              </a:rPr>
              <a:t>7</a:t>
            </a:r>
          </a:p>
        </p:txBody>
      </p:sp>
      <p:sp>
        <p:nvSpPr>
          <p:cNvPr id="20" name="TextBox 19">
            <a:extLst>
              <a:ext uri="{FF2B5EF4-FFF2-40B4-BE49-F238E27FC236}">
                <a16:creationId xmlns:a16="http://schemas.microsoft.com/office/drawing/2014/main" id="{9A262A4B-826E-480D-2C99-3C9506F4189D}"/>
              </a:ext>
            </a:extLst>
          </p:cNvPr>
          <p:cNvSpPr txBox="1"/>
          <p:nvPr/>
        </p:nvSpPr>
        <p:spPr>
          <a:xfrm>
            <a:off x="9765807" y="855300"/>
            <a:ext cx="1249061" cy="369332"/>
          </a:xfrm>
          <a:prstGeom prst="rect">
            <a:avLst/>
          </a:prstGeom>
          <a:noFill/>
        </p:spPr>
        <p:txBody>
          <a:bodyPr wrap="none" rtlCol="0">
            <a:spAutoFit/>
          </a:bodyPr>
          <a:lstStyle/>
          <a:p>
            <a:pPr algn="ctr"/>
            <a:r>
              <a:rPr lang="en-US" b="1" dirty="0">
                <a:latin typeface="Arial" panose="020B0604020202020204" pitchFamily="34" charset="0"/>
                <a:cs typeface="Arial" panose="020B0604020202020204" pitchFamily="34" charset="0"/>
              </a:rPr>
              <a:t>4D WCM</a:t>
            </a:r>
            <a:r>
              <a:rPr lang="en-US" b="1" baseline="30000" dirty="0">
                <a:latin typeface="Arial" panose="020B0604020202020204" pitchFamily="34" charset="0"/>
                <a:cs typeface="Arial" panose="020B0604020202020204" pitchFamily="34" charset="0"/>
              </a:rPr>
              <a:t>6</a:t>
            </a:r>
          </a:p>
        </p:txBody>
      </p:sp>
      <p:sp>
        <p:nvSpPr>
          <p:cNvPr id="21" name="TextBox 20">
            <a:extLst>
              <a:ext uri="{FF2B5EF4-FFF2-40B4-BE49-F238E27FC236}">
                <a16:creationId xmlns:a16="http://schemas.microsoft.com/office/drawing/2014/main" id="{E16CA2F6-65EF-2B72-7B8E-A30DBED2F29A}"/>
              </a:ext>
            </a:extLst>
          </p:cNvPr>
          <p:cNvSpPr txBox="1"/>
          <p:nvPr/>
        </p:nvSpPr>
        <p:spPr>
          <a:xfrm>
            <a:off x="2944781" y="3034586"/>
            <a:ext cx="901662" cy="369332"/>
          </a:xfrm>
          <a:prstGeom prst="rect">
            <a:avLst/>
          </a:prstGeom>
          <a:noFill/>
        </p:spPr>
        <p:txBody>
          <a:bodyPr wrap="square">
            <a:spAutoFit/>
          </a:bodyPr>
          <a:lstStyle/>
          <a:p>
            <a:r>
              <a:rPr lang="en-US" dirty="0">
                <a:solidFill>
                  <a:srgbClr val="C4D6A0"/>
                </a:solidFill>
                <a:latin typeface="Arial" panose="020B0604020202020204" pitchFamily="34" charset="0"/>
                <a:cs typeface="Arial" panose="020B0604020202020204" pitchFamily="34" charset="0"/>
              </a:rPr>
              <a:t>2019</a:t>
            </a:r>
          </a:p>
        </p:txBody>
      </p:sp>
      <p:sp>
        <p:nvSpPr>
          <p:cNvPr id="27" name="TextBox 26">
            <a:extLst>
              <a:ext uri="{FF2B5EF4-FFF2-40B4-BE49-F238E27FC236}">
                <a16:creationId xmlns:a16="http://schemas.microsoft.com/office/drawing/2014/main" id="{B7D6F2A2-75C3-02CD-B888-D639C036AC11}"/>
              </a:ext>
            </a:extLst>
          </p:cNvPr>
          <p:cNvSpPr txBox="1"/>
          <p:nvPr/>
        </p:nvSpPr>
        <p:spPr>
          <a:xfrm>
            <a:off x="20231" y="2706365"/>
            <a:ext cx="2108269"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Reported by JCVI</a:t>
            </a:r>
          </a:p>
        </p:txBody>
      </p:sp>
      <p:sp>
        <p:nvSpPr>
          <p:cNvPr id="32" name="TextBox 31">
            <a:extLst>
              <a:ext uri="{FF2B5EF4-FFF2-40B4-BE49-F238E27FC236}">
                <a16:creationId xmlns:a16="http://schemas.microsoft.com/office/drawing/2014/main" id="{E78936B2-C816-E71D-A95D-B0E21819600B}"/>
              </a:ext>
            </a:extLst>
          </p:cNvPr>
          <p:cNvSpPr txBox="1"/>
          <p:nvPr/>
        </p:nvSpPr>
        <p:spPr>
          <a:xfrm>
            <a:off x="2560233" y="587427"/>
            <a:ext cx="1338828"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Proteomics</a:t>
            </a:r>
          </a:p>
        </p:txBody>
      </p:sp>
      <p:sp>
        <p:nvSpPr>
          <p:cNvPr id="33" name="TextBox 32">
            <a:extLst>
              <a:ext uri="{FF2B5EF4-FFF2-40B4-BE49-F238E27FC236}">
                <a16:creationId xmlns:a16="http://schemas.microsoft.com/office/drawing/2014/main" id="{3EBB9AB6-1DE2-D657-E528-AB63BB293C58}"/>
              </a:ext>
            </a:extLst>
          </p:cNvPr>
          <p:cNvSpPr txBox="1"/>
          <p:nvPr/>
        </p:nvSpPr>
        <p:spPr>
          <a:xfrm>
            <a:off x="255841" y="2478152"/>
            <a:ext cx="1223412"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Genomics</a:t>
            </a:r>
          </a:p>
        </p:txBody>
      </p:sp>
      <p:sp>
        <p:nvSpPr>
          <p:cNvPr id="34" name="TextBox 33">
            <a:extLst>
              <a:ext uri="{FF2B5EF4-FFF2-40B4-BE49-F238E27FC236}">
                <a16:creationId xmlns:a16="http://schemas.microsoft.com/office/drawing/2014/main" id="{77A8268B-566C-BC3D-2884-73BD2513A16E}"/>
              </a:ext>
            </a:extLst>
          </p:cNvPr>
          <p:cNvSpPr txBox="1"/>
          <p:nvPr/>
        </p:nvSpPr>
        <p:spPr>
          <a:xfrm>
            <a:off x="3876804" y="5962572"/>
            <a:ext cx="1043876"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Cryo-ET</a:t>
            </a:r>
          </a:p>
        </p:txBody>
      </p:sp>
      <p:sp>
        <p:nvSpPr>
          <p:cNvPr id="36" name="TextBox 35">
            <a:extLst>
              <a:ext uri="{FF2B5EF4-FFF2-40B4-BE49-F238E27FC236}">
                <a16:creationId xmlns:a16="http://schemas.microsoft.com/office/drawing/2014/main" id="{67DFE99D-BDC5-22A0-82CF-E698ADC8969B}"/>
              </a:ext>
            </a:extLst>
          </p:cNvPr>
          <p:cNvSpPr txBox="1"/>
          <p:nvPr/>
        </p:nvSpPr>
        <p:spPr>
          <a:xfrm>
            <a:off x="9943540" y="618091"/>
            <a:ext cx="1005403"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Imaging</a:t>
            </a:r>
          </a:p>
        </p:txBody>
      </p:sp>
      <p:sp>
        <p:nvSpPr>
          <p:cNvPr id="37" name="TextBox 36">
            <a:extLst>
              <a:ext uri="{FF2B5EF4-FFF2-40B4-BE49-F238E27FC236}">
                <a16:creationId xmlns:a16="http://schemas.microsoft.com/office/drawing/2014/main" id="{33DA8C4C-31D4-C067-641A-0839BF3E9F87}"/>
              </a:ext>
            </a:extLst>
          </p:cNvPr>
          <p:cNvSpPr txBox="1"/>
          <p:nvPr/>
        </p:nvSpPr>
        <p:spPr>
          <a:xfrm>
            <a:off x="6566397" y="3431098"/>
            <a:ext cx="777500" cy="369332"/>
          </a:xfrm>
          <a:prstGeom prst="rect">
            <a:avLst/>
          </a:prstGeom>
          <a:noFill/>
        </p:spPr>
        <p:txBody>
          <a:bodyPr wrap="square">
            <a:spAutoFit/>
          </a:bodyPr>
          <a:lstStyle/>
          <a:p>
            <a:r>
              <a:rPr lang="en-US" dirty="0">
                <a:solidFill>
                  <a:srgbClr val="00B050"/>
                </a:solidFill>
                <a:latin typeface="Arial" panose="020B0604020202020204" pitchFamily="34" charset="0"/>
                <a:cs typeface="Arial" panose="020B0604020202020204" pitchFamily="34" charset="0"/>
              </a:rPr>
              <a:t>2022</a:t>
            </a:r>
          </a:p>
        </p:txBody>
      </p:sp>
      <p:pic>
        <p:nvPicPr>
          <p:cNvPr id="38" name="Picture 37">
            <a:extLst>
              <a:ext uri="{FF2B5EF4-FFF2-40B4-BE49-F238E27FC236}">
                <a16:creationId xmlns:a16="http://schemas.microsoft.com/office/drawing/2014/main" id="{39A3327D-59E7-8D04-D7B4-973331A4595C}"/>
              </a:ext>
            </a:extLst>
          </p:cNvPr>
          <p:cNvPicPr>
            <a:picLocks noChangeAspect="1"/>
          </p:cNvPicPr>
          <p:nvPr/>
        </p:nvPicPr>
        <p:blipFill>
          <a:blip r:embed="rId10"/>
          <a:stretch>
            <a:fillRect/>
          </a:stretch>
        </p:blipFill>
        <p:spPr>
          <a:xfrm>
            <a:off x="6214496" y="3760888"/>
            <a:ext cx="2258802" cy="2280072"/>
          </a:xfrm>
          <a:prstGeom prst="rect">
            <a:avLst/>
          </a:prstGeom>
        </p:spPr>
      </p:pic>
      <p:sp>
        <p:nvSpPr>
          <p:cNvPr id="28" name="TextBox 27">
            <a:extLst>
              <a:ext uri="{FF2B5EF4-FFF2-40B4-BE49-F238E27FC236}">
                <a16:creationId xmlns:a16="http://schemas.microsoft.com/office/drawing/2014/main" id="{18318243-1B9C-889B-B45A-2BBE58933121}"/>
              </a:ext>
            </a:extLst>
          </p:cNvPr>
          <p:cNvSpPr txBox="1"/>
          <p:nvPr/>
        </p:nvSpPr>
        <p:spPr>
          <a:xfrm>
            <a:off x="6740705" y="5966701"/>
            <a:ext cx="1454244" cy="369332"/>
          </a:xfrm>
          <a:prstGeom prst="rect">
            <a:avLst/>
          </a:prstGeom>
          <a:noFill/>
        </p:spPr>
        <p:txBody>
          <a:bodyPr wrap="none" rtlCol="0">
            <a:spAutoFit/>
          </a:bodyPr>
          <a:lstStyle/>
          <a:p>
            <a:pPr algn="ctr"/>
            <a:r>
              <a:rPr lang="en-US" b="1" dirty="0">
                <a:latin typeface="Arial" panose="020B0604020202020204" pitchFamily="34" charset="0"/>
                <a:cs typeface="Arial" panose="020B0604020202020204" pitchFamily="34" charset="0"/>
              </a:rPr>
              <a:t>First WCM</a:t>
            </a:r>
            <a:r>
              <a:rPr lang="en-US" b="1" baseline="30000" dirty="0">
                <a:latin typeface="Arial" panose="020B0604020202020204" pitchFamily="34" charset="0"/>
                <a:cs typeface="Arial" panose="020B0604020202020204" pitchFamily="34" charset="0"/>
              </a:rPr>
              <a:t>4</a:t>
            </a:r>
          </a:p>
        </p:txBody>
      </p:sp>
      <p:sp>
        <p:nvSpPr>
          <p:cNvPr id="29" name="Rectangle 28">
            <a:extLst>
              <a:ext uri="{FF2B5EF4-FFF2-40B4-BE49-F238E27FC236}">
                <a16:creationId xmlns:a16="http://schemas.microsoft.com/office/drawing/2014/main" id="{6937AFE2-26CE-02E4-65AD-333B46FE29D2}"/>
              </a:ext>
            </a:extLst>
          </p:cNvPr>
          <p:cNvSpPr/>
          <p:nvPr/>
        </p:nvSpPr>
        <p:spPr>
          <a:xfrm>
            <a:off x="9191768" y="5621316"/>
            <a:ext cx="2411104" cy="369332"/>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B3303E53-B479-D390-F828-7CA015185AF9}"/>
              </a:ext>
            </a:extLst>
          </p:cNvPr>
          <p:cNvSpPr txBox="1"/>
          <p:nvPr/>
        </p:nvSpPr>
        <p:spPr>
          <a:xfrm>
            <a:off x="85997" y="6286391"/>
            <a:ext cx="9241632" cy="553998"/>
          </a:xfrm>
          <a:prstGeom prst="rect">
            <a:avLst/>
          </a:prstGeom>
          <a:noFill/>
        </p:spPr>
        <p:txBody>
          <a:bodyPr wrap="none" rtlCol="0">
            <a:spAutoFit/>
          </a:bodyPr>
          <a:lstStyle/>
          <a:p>
            <a:r>
              <a:rPr lang="en-US" sz="1000" b="1" dirty="0">
                <a:latin typeface="Arial" panose="020B0604020202020204" pitchFamily="34" charset="0"/>
                <a:cs typeface="Arial" panose="020B0604020202020204" pitchFamily="34" charset="0"/>
              </a:rPr>
              <a:t>1.</a:t>
            </a:r>
            <a:r>
              <a:rPr lang="en-US" sz="1000" dirty="0">
                <a:latin typeface="Arial" panose="020B0604020202020204" pitchFamily="34" charset="0"/>
                <a:cs typeface="Arial" panose="020B0604020202020204" pitchFamily="34" charset="0"/>
              </a:rPr>
              <a:t> Breuer, M. </a:t>
            </a:r>
            <a:r>
              <a:rPr lang="en-US" sz="1000" i="1" dirty="0">
                <a:latin typeface="Arial" panose="020B0604020202020204" pitchFamily="34" charset="0"/>
                <a:cs typeface="Arial" panose="020B0604020202020204" pitchFamily="34" charset="0"/>
              </a:rPr>
              <a:t>et al. </a:t>
            </a:r>
            <a:r>
              <a:rPr lang="en-US" sz="1000" i="1" dirty="0" err="1">
                <a:latin typeface="Arial" panose="020B0604020202020204" pitchFamily="34" charset="0"/>
                <a:cs typeface="Arial" panose="020B0604020202020204" pitchFamily="34" charset="0"/>
              </a:rPr>
              <a:t>eLife</a:t>
            </a:r>
            <a:r>
              <a:rPr lang="en-US" sz="1000" dirty="0">
                <a:latin typeface="Arial" panose="020B0604020202020204" pitchFamily="34" charset="0"/>
                <a:cs typeface="Arial" panose="020B0604020202020204" pitchFamily="34" charset="0"/>
              </a:rPr>
              <a:t> </a:t>
            </a:r>
            <a:r>
              <a:rPr lang="en-US" sz="1000" b="1" dirty="0">
                <a:latin typeface="Arial" panose="020B0604020202020204" pitchFamily="34" charset="0"/>
                <a:cs typeface="Arial" panose="020B0604020202020204" pitchFamily="34" charset="0"/>
              </a:rPr>
              <a:t>8</a:t>
            </a:r>
            <a:r>
              <a:rPr lang="en-US" sz="1000" dirty="0">
                <a:latin typeface="Arial" panose="020B0604020202020204" pitchFamily="34" charset="0"/>
                <a:cs typeface="Arial" panose="020B0604020202020204" pitchFamily="34" charset="0"/>
              </a:rPr>
              <a:t>, e36842 (2019); </a:t>
            </a:r>
            <a:r>
              <a:rPr lang="en-US" sz="1000" b="1" dirty="0">
                <a:latin typeface="Arial" panose="020B0604020202020204" pitchFamily="34" charset="0"/>
                <a:cs typeface="Arial" panose="020B0604020202020204" pitchFamily="34" charset="0"/>
              </a:rPr>
              <a:t>2.</a:t>
            </a:r>
            <a:r>
              <a:rPr lang="en-US" sz="1000" dirty="0">
                <a:latin typeface="Arial" panose="020B0604020202020204" pitchFamily="34" charset="0"/>
                <a:cs typeface="Arial" panose="020B0604020202020204" pitchFamily="34" charset="0"/>
              </a:rPr>
              <a:t> Thornburg, Z. R. </a:t>
            </a:r>
            <a:r>
              <a:rPr lang="en-US" sz="1000" i="1" dirty="0">
                <a:latin typeface="Arial" panose="020B0604020202020204" pitchFamily="34" charset="0"/>
                <a:cs typeface="Arial" panose="020B0604020202020204" pitchFamily="34" charset="0"/>
              </a:rPr>
              <a:t>et al. Front. Mol. </a:t>
            </a:r>
            <a:r>
              <a:rPr lang="en-US" sz="1000" i="1" dirty="0" err="1">
                <a:latin typeface="Arial" panose="020B0604020202020204" pitchFamily="34" charset="0"/>
                <a:cs typeface="Arial" panose="020B0604020202020204" pitchFamily="34" charset="0"/>
              </a:rPr>
              <a:t>Biosci</a:t>
            </a:r>
            <a:r>
              <a:rPr lang="en-US" sz="1000" i="1" dirty="0">
                <a:latin typeface="Arial" panose="020B0604020202020204" pitchFamily="34" charset="0"/>
                <a:cs typeface="Arial" panose="020B0604020202020204" pitchFamily="34" charset="0"/>
              </a:rPr>
              <a:t>.</a:t>
            </a:r>
            <a:r>
              <a:rPr lang="en-US" sz="1000" dirty="0">
                <a:latin typeface="Arial" panose="020B0604020202020204" pitchFamily="34" charset="0"/>
                <a:cs typeface="Arial" panose="020B0604020202020204" pitchFamily="34" charset="0"/>
              </a:rPr>
              <a:t> </a:t>
            </a:r>
            <a:r>
              <a:rPr lang="en-US" sz="1000" b="1" dirty="0">
                <a:latin typeface="Arial" panose="020B0604020202020204" pitchFamily="34" charset="0"/>
                <a:cs typeface="Arial" panose="020B0604020202020204" pitchFamily="34" charset="0"/>
              </a:rPr>
              <a:t>6</a:t>
            </a:r>
            <a:r>
              <a:rPr lang="en-US" sz="1000" dirty="0">
                <a:latin typeface="Arial" panose="020B0604020202020204" pitchFamily="34" charset="0"/>
                <a:cs typeface="Arial" panose="020B0604020202020204" pitchFamily="34" charset="0"/>
              </a:rPr>
              <a:t>, 130 (2019); </a:t>
            </a:r>
            <a:r>
              <a:rPr lang="en-US" sz="1000" b="1" dirty="0">
                <a:latin typeface="Arial" panose="020B0604020202020204" pitchFamily="34" charset="0"/>
                <a:cs typeface="Arial" panose="020B0604020202020204" pitchFamily="34" charset="0"/>
              </a:rPr>
              <a:t>3.</a:t>
            </a:r>
            <a:r>
              <a:rPr lang="en-US" sz="1000" dirty="0">
                <a:latin typeface="Arial" panose="020B0604020202020204" pitchFamily="34" charset="0"/>
                <a:cs typeface="Arial" panose="020B0604020202020204" pitchFamily="34" charset="0"/>
              </a:rPr>
              <a:t> Gilbert, B. R. </a:t>
            </a:r>
            <a:r>
              <a:rPr lang="en-US" sz="1000" i="1" dirty="0">
                <a:latin typeface="Arial" panose="020B0604020202020204" pitchFamily="34" charset="0"/>
                <a:cs typeface="Arial" panose="020B0604020202020204" pitchFamily="34" charset="0"/>
              </a:rPr>
              <a:t>et al</a:t>
            </a:r>
            <a:r>
              <a:rPr lang="en-US" sz="1000" dirty="0">
                <a:latin typeface="Arial" panose="020B0604020202020204" pitchFamily="34" charset="0"/>
                <a:cs typeface="Arial" panose="020B0604020202020204" pitchFamily="34" charset="0"/>
              </a:rPr>
              <a:t>. </a:t>
            </a:r>
            <a:r>
              <a:rPr lang="en-US" sz="1000" i="1" dirty="0">
                <a:latin typeface="Arial" panose="020B0604020202020204" pitchFamily="34" charset="0"/>
                <a:cs typeface="Arial" panose="020B0604020202020204" pitchFamily="34" charset="0"/>
              </a:rPr>
              <a:t>Front. Mol. </a:t>
            </a:r>
            <a:r>
              <a:rPr lang="en-US" sz="1000" i="1" dirty="0" err="1">
                <a:latin typeface="Arial" panose="020B0604020202020204" pitchFamily="34" charset="0"/>
                <a:cs typeface="Arial" panose="020B0604020202020204" pitchFamily="34" charset="0"/>
              </a:rPr>
              <a:t>Biosci</a:t>
            </a:r>
            <a:r>
              <a:rPr lang="en-US" sz="1000" i="1" dirty="0">
                <a:latin typeface="Arial" panose="020B0604020202020204" pitchFamily="34" charset="0"/>
                <a:cs typeface="Arial" panose="020B0604020202020204" pitchFamily="34" charset="0"/>
              </a:rPr>
              <a:t>.</a:t>
            </a:r>
            <a:r>
              <a:rPr lang="en-US" sz="1000" dirty="0">
                <a:latin typeface="Arial" panose="020B0604020202020204" pitchFamily="34" charset="0"/>
                <a:cs typeface="Arial" panose="020B0604020202020204" pitchFamily="34" charset="0"/>
              </a:rPr>
              <a:t> </a:t>
            </a:r>
            <a:r>
              <a:rPr lang="en-US" sz="1000" b="1" dirty="0">
                <a:latin typeface="Arial" panose="020B0604020202020204" pitchFamily="34" charset="0"/>
                <a:cs typeface="Arial" panose="020B0604020202020204" pitchFamily="34" charset="0"/>
              </a:rPr>
              <a:t>8</a:t>
            </a:r>
            <a:r>
              <a:rPr lang="en-US" sz="1000" dirty="0">
                <a:latin typeface="Arial" panose="020B0604020202020204" pitchFamily="34" charset="0"/>
                <a:cs typeface="Arial" panose="020B0604020202020204" pitchFamily="34" charset="0"/>
              </a:rPr>
              <a:t>, 644133 (2021); </a:t>
            </a:r>
            <a:br>
              <a:rPr lang="en-US" sz="1000" dirty="0">
                <a:latin typeface="Arial" panose="020B0604020202020204" pitchFamily="34" charset="0"/>
                <a:cs typeface="Arial" panose="020B0604020202020204" pitchFamily="34" charset="0"/>
              </a:rPr>
            </a:br>
            <a:r>
              <a:rPr lang="en-US" sz="1000" b="1" dirty="0">
                <a:latin typeface="Arial" panose="020B0604020202020204" pitchFamily="34" charset="0"/>
                <a:cs typeface="Arial" panose="020B0604020202020204" pitchFamily="34" charset="0"/>
              </a:rPr>
              <a:t>4.</a:t>
            </a:r>
            <a:r>
              <a:rPr lang="en-US" sz="1000" dirty="0">
                <a:latin typeface="Arial" panose="020B0604020202020204" pitchFamily="34" charset="0"/>
                <a:cs typeface="Arial" panose="020B0604020202020204" pitchFamily="34" charset="0"/>
              </a:rPr>
              <a:t> Thornburg, Z. R. </a:t>
            </a:r>
            <a:r>
              <a:rPr lang="en-US" sz="1000" i="1" dirty="0">
                <a:latin typeface="Arial" panose="020B0604020202020204" pitchFamily="34" charset="0"/>
                <a:cs typeface="Arial" panose="020B0604020202020204" pitchFamily="34" charset="0"/>
              </a:rPr>
              <a:t>et al</a:t>
            </a:r>
            <a:r>
              <a:rPr lang="en-US" sz="1000" dirty="0">
                <a:latin typeface="Arial" panose="020B0604020202020204" pitchFamily="34" charset="0"/>
                <a:cs typeface="Arial" panose="020B0604020202020204" pitchFamily="34" charset="0"/>
              </a:rPr>
              <a:t>. </a:t>
            </a:r>
            <a:r>
              <a:rPr lang="en-US" sz="1000" i="1" dirty="0">
                <a:latin typeface="Arial" panose="020B0604020202020204" pitchFamily="34" charset="0"/>
                <a:cs typeface="Arial" panose="020B0604020202020204" pitchFamily="34" charset="0"/>
              </a:rPr>
              <a:t>Cell</a:t>
            </a:r>
            <a:r>
              <a:rPr lang="en-US" sz="1000" dirty="0">
                <a:latin typeface="Arial" panose="020B0604020202020204" pitchFamily="34" charset="0"/>
                <a:cs typeface="Arial" panose="020B0604020202020204" pitchFamily="34" charset="0"/>
              </a:rPr>
              <a:t> </a:t>
            </a:r>
            <a:r>
              <a:rPr lang="en-US" sz="1000" b="1" dirty="0">
                <a:latin typeface="Arial" panose="020B0604020202020204" pitchFamily="34" charset="0"/>
                <a:cs typeface="Arial" panose="020B0604020202020204" pitchFamily="34" charset="0"/>
              </a:rPr>
              <a:t>185</a:t>
            </a:r>
            <a:r>
              <a:rPr lang="en-US" sz="1000" dirty="0">
                <a:latin typeface="Arial" panose="020B0604020202020204" pitchFamily="34" charset="0"/>
                <a:cs typeface="Arial" panose="020B0604020202020204" pitchFamily="34" charset="0"/>
              </a:rPr>
              <a:t>, 345-360.e28 (2022); </a:t>
            </a:r>
            <a:r>
              <a:rPr lang="en-US" sz="1000" b="1" dirty="0">
                <a:latin typeface="Arial" panose="020B0604020202020204" pitchFamily="34" charset="0"/>
                <a:cs typeface="Arial" panose="020B0604020202020204" pitchFamily="34" charset="0"/>
              </a:rPr>
              <a:t>5.</a:t>
            </a:r>
            <a:r>
              <a:rPr lang="en-US" sz="1000" dirty="0">
                <a:latin typeface="Arial" panose="020B0604020202020204" pitchFamily="34" charset="0"/>
                <a:cs typeface="Arial" panose="020B0604020202020204" pitchFamily="34" charset="0"/>
              </a:rPr>
              <a:t> Gilbert, B. R. </a:t>
            </a:r>
            <a:r>
              <a:rPr lang="en-US" sz="1000" i="1" dirty="0">
                <a:latin typeface="Arial" panose="020B0604020202020204" pitchFamily="34" charset="0"/>
                <a:cs typeface="Arial" panose="020B0604020202020204" pitchFamily="34" charset="0"/>
              </a:rPr>
              <a:t>et al</a:t>
            </a:r>
            <a:r>
              <a:rPr lang="en-US" sz="1000" dirty="0">
                <a:latin typeface="Arial" panose="020B0604020202020204" pitchFamily="34" charset="0"/>
                <a:cs typeface="Arial" panose="020B0604020202020204" pitchFamily="34" charset="0"/>
              </a:rPr>
              <a:t>. </a:t>
            </a:r>
            <a:r>
              <a:rPr lang="en-US" sz="1000" i="1" dirty="0">
                <a:latin typeface="Arial" panose="020B0604020202020204" pitchFamily="34" charset="0"/>
                <a:cs typeface="Arial" panose="020B0604020202020204" pitchFamily="34" charset="0"/>
              </a:rPr>
              <a:t>Front. Cell Dev. Biol.</a:t>
            </a:r>
            <a:r>
              <a:rPr lang="en-US" sz="1000" dirty="0">
                <a:latin typeface="Arial" panose="020B0604020202020204" pitchFamily="34" charset="0"/>
                <a:cs typeface="Arial" panose="020B0604020202020204" pitchFamily="34" charset="0"/>
              </a:rPr>
              <a:t> </a:t>
            </a:r>
            <a:r>
              <a:rPr lang="en-US" sz="1000" b="1" dirty="0">
                <a:latin typeface="Arial" panose="020B0604020202020204" pitchFamily="34" charset="0"/>
                <a:cs typeface="Arial" panose="020B0604020202020204" pitchFamily="34" charset="0"/>
              </a:rPr>
              <a:t>11</a:t>
            </a:r>
            <a:r>
              <a:rPr lang="en-US" sz="1000" dirty="0">
                <a:latin typeface="Arial" panose="020B0604020202020204" pitchFamily="34" charset="0"/>
                <a:cs typeface="Arial" panose="020B0604020202020204" pitchFamily="34" charset="0"/>
              </a:rPr>
              <a:t>, (2023); </a:t>
            </a:r>
            <a:br>
              <a:rPr lang="en-US" sz="1000" dirty="0">
                <a:latin typeface="Arial" panose="020B0604020202020204" pitchFamily="34" charset="0"/>
                <a:cs typeface="Arial" panose="020B0604020202020204" pitchFamily="34" charset="0"/>
              </a:rPr>
            </a:br>
            <a:r>
              <a:rPr lang="en-US" sz="1000" b="1" dirty="0">
                <a:latin typeface="Arial" panose="020B0604020202020204" pitchFamily="34" charset="0"/>
                <a:cs typeface="Arial" panose="020B0604020202020204" pitchFamily="34" charset="0"/>
              </a:rPr>
              <a:t>6.</a:t>
            </a:r>
            <a:r>
              <a:rPr lang="en-US" sz="1000" dirty="0">
                <a:latin typeface="Arial" panose="020B0604020202020204" pitchFamily="34" charset="0"/>
                <a:cs typeface="Arial" panose="020B0604020202020204" pitchFamily="34" charset="0"/>
              </a:rPr>
              <a:t> Thornburg, </a:t>
            </a:r>
            <a:r>
              <a:rPr lang="en-US" sz="1000" dirty="0" err="1">
                <a:latin typeface="Arial" panose="020B0604020202020204" pitchFamily="34" charset="0"/>
                <a:cs typeface="Arial" panose="020B0604020202020204" pitchFamily="34" charset="0"/>
              </a:rPr>
              <a:t>Maytin</a:t>
            </a:r>
            <a:r>
              <a:rPr lang="en-US" sz="1000" dirty="0">
                <a:latin typeface="Arial" panose="020B0604020202020204" pitchFamily="34" charset="0"/>
                <a:cs typeface="Arial" panose="020B0604020202020204" pitchFamily="34" charset="0"/>
              </a:rPr>
              <a:t>, </a:t>
            </a:r>
            <a:r>
              <a:rPr lang="en-US" sz="1000" i="1" dirty="0">
                <a:latin typeface="Arial" panose="020B0604020202020204" pitchFamily="34" charset="0"/>
                <a:cs typeface="Arial" panose="020B0604020202020204" pitchFamily="34" charset="0"/>
              </a:rPr>
              <a:t>et al.</a:t>
            </a:r>
            <a:r>
              <a:rPr lang="en-US" sz="1000" dirty="0">
                <a:latin typeface="Arial" panose="020B0604020202020204" pitchFamily="34" charset="0"/>
                <a:cs typeface="Arial" panose="020B0604020202020204" pitchFamily="34" charset="0"/>
              </a:rPr>
              <a:t> (2026) </a:t>
            </a:r>
            <a:r>
              <a:rPr lang="en-US" sz="1000" i="1" dirty="0">
                <a:latin typeface="Arial" panose="020B0604020202020204" pitchFamily="34" charset="0"/>
                <a:cs typeface="Arial" panose="020B0604020202020204" pitchFamily="34" charset="0"/>
              </a:rPr>
              <a:t>Cell,</a:t>
            </a:r>
            <a:r>
              <a:rPr lang="en-US" sz="1000" dirty="0">
                <a:latin typeface="Arial" panose="020B0604020202020204" pitchFamily="34" charset="0"/>
                <a:cs typeface="Arial" panose="020B0604020202020204" pitchFamily="34" charset="0"/>
              </a:rPr>
              <a:t>.</a:t>
            </a:r>
            <a:r>
              <a:rPr lang="en-US" sz="1000" dirty="0"/>
              <a:t> </a:t>
            </a:r>
            <a:r>
              <a:rPr lang="en-US" sz="1000" b="1" dirty="0">
                <a:latin typeface="Arial" panose="020B0604020202020204" pitchFamily="34" charset="0"/>
                <a:cs typeface="Arial" panose="020B0604020202020204" pitchFamily="34" charset="0"/>
              </a:rPr>
              <a:t>7.</a:t>
            </a:r>
            <a:r>
              <a:rPr lang="en-US" sz="1000" dirty="0">
                <a:latin typeface="Arial" panose="020B0604020202020204" pitchFamily="34" charset="0"/>
                <a:cs typeface="Arial" panose="020B0604020202020204" pitchFamily="34" charset="0"/>
              </a:rPr>
              <a:t> </a:t>
            </a:r>
            <a:r>
              <a:rPr lang="en-US" sz="1000" dirty="0"/>
              <a:t>Fu, E. </a:t>
            </a:r>
            <a:r>
              <a:rPr lang="en-US" sz="1000" i="1" dirty="0"/>
              <a:t>et al.</a:t>
            </a:r>
            <a:r>
              <a:rPr lang="en-US" sz="1000" dirty="0"/>
              <a:t> </a:t>
            </a:r>
            <a:r>
              <a:rPr lang="en-US" sz="1000" i="1" dirty="0"/>
              <a:t>J. Phys. Chem. B</a:t>
            </a:r>
            <a:r>
              <a:rPr lang="en-US" sz="1000" dirty="0"/>
              <a:t> 10.1021/acs.jpcb.5c04532 (2025).</a:t>
            </a:r>
          </a:p>
        </p:txBody>
      </p:sp>
      <p:sp>
        <p:nvSpPr>
          <p:cNvPr id="30" name="TextBox 29">
            <a:extLst>
              <a:ext uri="{FF2B5EF4-FFF2-40B4-BE49-F238E27FC236}">
                <a16:creationId xmlns:a16="http://schemas.microsoft.com/office/drawing/2014/main" id="{3212975D-C198-46CF-9C4B-64FF8EB7688F}"/>
              </a:ext>
            </a:extLst>
          </p:cNvPr>
          <p:cNvSpPr txBox="1"/>
          <p:nvPr/>
        </p:nvSpPr>
        <p:spPr>
          <a:xfrm>
            <a:off x="906523" y="5980493"/>
            <a:ext cx="1095172" cy="369332"/>
          </a:xfrm>
          <a:prstGeom prst="rect">
            <a:avLst/>
          </a:prstGeom>
          <a:noFill/>
        </p:spPr>
        <p:txBody>
          <a:bodyPr wrap="none" rtlCol="0">
            <a:spAutoFit/>
          </a:bodyPr>
          <a:lstStyle/>
          <a:p>
            <a:r>
              <a:rPr lang="en-US" i="1" dirty="0" err="1">
                <a:latin typeface="Arial" panose="020B0604020202020204" pitchFamily="34" charset="0"/>
                <a:cs typeface="Arial" panose="020B0604020202020204" pitchFamily="34" charset="0"/>
              </a:rPr>
              <a:t>smFRET</a:t>
            </a:r>
            <a:endParaRPr lang="en-US" i="1" dirty="0">
              <a:latin typeface="Arial" panose="020B0604020202020204" pitchFamily="34" charset="0"/>
              <a:cs typeface="Arial" panose="020B0604020202020204" pitchFamily="34" charset="0"/>
            </a:endParaRPr>
          </a:p>
        </p:txBody>
      </p:sp>
      <p:pic>
        <p:nvPicPr>
          <p:cNvPr id="41" name="VideoS1.mp4">
            <a:hlinkClick r:id="" action="ppaction://media"/>
            <a:extLst>
              <a:ext uri="{FF2B5EF4-FFF2-40B4-BE49-F238E27FC236}">
                <a16:creationId xmlns:a16="http://schemas.microsoft.com/office/drawing/2014/main" id="{916C27BB-6FF7-073F-33F0-EB09A52C4FCA}"/>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8726424" y="1181849"/>
            <a:ext cx="3327825" cy="2134235"/>
          </a:xfrm>
          <a:prstGeom prst="rect">
            <a:avLst/>
          </a:prstGeom>
        </p:spPr>
      </p:pic>
    </p:spTree>
    <p:extLst>
      <p:ext uri="{BB962C8B-B14F-4D97-AF65-F5344CB8AC3E}">
        <p14:creationId xmlns:p14="http://schemas.microsoft.com/office/powerpoint/2010/main" val="1236903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0" fill="hold"/>
                                        <p:tgtEl>
                                          <p:spTgt spid="4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1"/>
                </p:tgtEl>
              </p:cMediaNode>
            </p:video>
            <p:seq concurrent="1" nextAc="seek">
              <p:cTn id="8" restart="whenNotActive" fill="hold" evtFilter="cancelBubble" nodeType="interactiveSeq">
                <p:stCondLst>
                  <p:cond evt="onClick" delay="0">
                    <p:tgtEl>
                      <p:spTgt spid="4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1"/>
                                        </p:tgtEl>
                                      </p:cBhvr>
                                    </p:cmd>
                                  </p:childTnLst>
                                </p:cTn>
                              </p:par>
                            </p:childTnLst>
                          </p:cTn>
                        </p:par>
                      </p:childTnLst>
                    </p:cTn>
                  </p:par>
                </p:childTnLst>
              </p:cTn>
              <p:nextCondLst>
                <p:cond evt="onClick" delay="0">
                  <p:tgtEl>
                    <p:spTgt spid="41"/>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289E5-01C7-5696-3DA9-873C511D1784}"/>
              </a:ext>
            </a:extLst>
          </p:cNvPr>
          <p:cNvSpPr>
            <a:spLocks noGrp="1"/>
          </p:cNvSpPr>
          <p:nvPr>
            <p:ph type="title"/>
          </p:nvPr>
        </p:nvSpPr>
        <p:spPr/>
        <p:txBody>
          <a:bodyPr/>
          <a:lstStyle/>
          <a:p>
            <a:r>
              <a:rPr lang="en-US" dirty="0"/>
              <a:t>Cellular Processes in the WCM of Syn3A</a:t>
            </a:r>
          </a:p>
        </p:txBody>
      </p:sp>
      <p:sp>
        <p:nvSpPr>
          <p:cNvPr id="3" name="Slide Number Placeholder 2">
            <a:extLst>
              <a:ext uri="{FF2B5EF4-FFF2-40B4-BE49-F238E27FC236}">
                <a16:creationId xmlns:a16="http://schemas.microsoft.com/office/drawing/2014/main" id="{15C5473C-52AF-96EB-EB3D-3FCBAF7D53FE}"/>
              </a:ext>
            </a:extLst>
          </p:cNvPr>
          <p:cNvSpPr>
            <a:spLocks noGrp="1"/>
          </p:cNvSpPr>
          <p:nvPr>
            <p:ph type="sldNum" sz="quarter" idx="17"/>
          </p:nvPr>
        </p:nvSpPr>
        <p:spPr/>
        <p:txBody>
          <a:bodyPr/>
          <a:lstStyle/>
          <a:p>
            <a:fld id="{86134D44-37F0-44A1-8A08-E9432A030C07}" type="slidenum">
              <a:rPr lang="en-US" smtClean="0"/>
              <a:pPr/>
              <a:t>6</a:t>
            </a:fld>
            <a:endParaRPr lang="en-US" dirty="0"/>
          </a:p>
        </p:txBody>
      </p:sp>
      <p:sp>
        <p:nvSpPr>
          <p:cNvPr id="5" name="TextBox 4">
            <a:extLst>
              <a:ext uri="{FF2B5EF4-FFF2-40B4-BE49-F238E27FC236}">
                <a16:creationId xmlns:a16="http://schemas.microsoft.com/office/drawing/2014/main" id="{DDE78957-403B-0D65-259B-FD496D2E797C}"/>
              </a:ext>
            </a:extLst>
          </p:cNvPr>
          <p:cNvSpPr txBox="1"/>
          <p:nvPr/>
        </p:nvSpPr>
        <p:spPr>
          <a:xfrm>
            <a:off x="7271827" y="1049738"/>
            <a:ext cx="2531462" cy="369332"/>
          </a:xfrm>
          <a:prstGeom prst="rect">
            <a:avLst/>
          </a:prstGeom>
          <a:noFill/>
        </p:spPr>
        <p:txBody>
          <a:bodyPr wrap="none" rtlCol="0">
            <a:spAutoFit/>
          </a:bodyPr>
          <a:lstStyle/>
          <a:p>
            <a:r>
              <a:rPr lang="en-US" b="1" dirty="0"/>
              <a:t>Essential Metabolism</a:t>
            </a:r>
          </a:p>
        </p:txBody>
      </p:sp>
      <p:sp>
        <p:nvSpPr>
          <p:cNvPr id="6" name="TextBox 5">
            <a:extLst>
              <a:ext uri="{FF2B5EF4-FFF2-40B4-BE49-F238E27FC236}">
                <a16:creationId xmlns:a16="http://schemas.microsoft.com/office/drawing/2014/main" id="{A1B3E9E0-E566-02C7-6F20-ED51BCDBB37C}"/>
              </a:ext>
            </a:extLst>
          </p:cNvPr>
          <p:cNvSpPr txBox="1"/>
          <p:nvPr/>
        </p:nvSpPr>
        <p:spPr>
          <a:xfrm>
            <a:off x="2088070" y="5638580"/>
            <a:ext cx="8272457" cy="923330"/>
          </a:xfrm>
          <a:prstGeom prst="rect">
            <a:avLst/>
          </a:prstGeom>
          <a:noFill/>
        </p:spPr>
        <p:txBody>
          <a:bodyPr wrap="none" rtlCol="0">
            <a:spAutoFit/>
          </a:bodyPr>
          <a:lstStyle/>
          <a:p>
            <a:r>
              <a:rPr lang="en-US" b="1" dirty="0"/>
              <a:t>Cell growth: </a:t>
            </a:r>
            <a:r>
              <a:rPr lang="en-US" dirty="0"/>
              <a:t>Biogenesis of membrane proteins and lipids.</a:t>
            </a:r>
            <a:endParaRPr lang="en-US" b="1" dirty="0"/>
          </a:p>
          <a:p>
            <a:r>
              <a:rPr lang="en-US" b="1" dirty="0"/>
              <a:t>Spatial structure (cryo-ET): </a:t>
            </a:r>
            <a:r>
              <a:rPr lang="en-US" dirty="0"/>
              <a:t>Size,</a:t>
            </a:r>
            <a:r>
              <a:rPr lang="en-US" b="1" dirty="0"/>
              <a:t> </a:t>
            </a:r>
            <a:r>
              <a:rPr lang="en-US" dirty="0"/>
              <a:t>cellular compartment, ribosome distribution.</a:t>
            </a:r>
          </a:p>
          <a:p>
            <a:r>
              <a:rPr lang="en-US" b="1" dirty="0"/>
              <a:t>Motion in 4D WCM: </a:t>
            </a:r>
            <a:r>
              <a:rPr lang="en-US" dirty="0"/>
              <a:t>Particle diffusion, </a:t>
            </a:r>
            <a:r>
              <a:rPr lang="en-US" b="1" dirty="0"/>
              <a:t>Brownian dynamics of chromosomes.</a:t>
            </a:r>
          </a:p>
        </p:txBody>
      </p:sp>
      <p:pic>
        <p:nvPicPr>
          <p:cNvPr id="7" name="image7.png" descr="image7.png">
            <a:extLst>
              <a:ext uri="{FF2B5EF4-FFF2-40B4-BE49-F238E27FC236}">
                <a16:creationId xmlns:a16="http://schemas.microsoft.com/office/drawing/2014/main" id="{589F10D0-9A28-824C-5F27-721653ABA6B3}"/>
              </a:ext>
            </a:extLst>
          </p:cNvPr>
          <p:cNvPicPr>
            <a:picLocks noChangeAspect="1"/>
          </p:cNvPicPr>
          <p:nvPr/>
        </p:nvPicPr>
        <p:blipFill>
          <a:blip r:embed="rId3"/>
          <a:stretch>
            <a:fillRect/>
          </a:stretch>
        </p:blipFill>
        <p:spPr>
          <a:xfrm>
            <a:off x="5645252" y="1439620"/>
            <a:ext cx="5784612" cy="3873626"/>
          </a:xfrm>
          <a:prstGeom prst="rect">
            <a:avLst/>
          </a:prstGeom>
          <a:ln w="12700">
            <a:miter lim="400000"/>
          </a:ln>
        </p:spPr>
      </p:pic>
      <p:sp>
        <p:nvSpPr>
          <p:cNvPr id="9" name="TextBox 8">
            <a:extLst>
              <a:ext uri="{FF2B5EF4-FFF2-40B4-BE49-F238E27FC236}">
                <a16:creationId xmlns:a16="http://schemas.microsoft.com/office/drawing/2014/main" id="{0874A189-CD04-036D-74C6-C2593AE99829}"/>
              </a:ext>
            </a:extLst>
          </p:cNvPr>
          <p:cNvSpPr txBox="1"/>
          <p:nvPr/>
        </p:nvSpPr>
        <p:spPr>
          <a:xfrm>
            <a:off x="1769795" y="1049738"/>
            <a:ext cx="2069797" cy="369332"/>
          </a:xfrm>
          <a:prstGeom prst="rect">
            <a:avLst/>
          </a:prstGeom>
          <a:noFill/>
        </p:spPr>
        <p:txBody>
          <a:bodyPr wrap="none" rtlCol="0">
            <a:spAutoFit/>
          </a:bodyPr>
          <a:lstStyle/>
          <a:p>
            <a:r>
              <a:rPr lang="en-US" b="1" dirty="0"/>
              <a:t>Gene Expression</a:t>
            </a:r>
          </a:p>
        </p:txBody>
      </p:sp>
      <p:pic>
        <p:nvPicPr>
          <p:cNvPr id="11" name="Picture 10" descr="A diagram of dna and protein&#10;&#10;AI-generated content may be incorrect.">
            <a:extLst>
              <a:ext uri="{FF2B5EF4-FFF2-40B4-BE49-F238E27FC236}">
                <a16:creationId xmlns:a16="http://schemas.microsoft.com/office/drawing/2014/main" id="{CCF9D8F4-ACB8-CA54-1502-4CF2F078473D}"/>
              </a:ext>
            </a:extLst>
          </p:cNvPr>
          <p:cNvPicPr>
            <a:picLocks noChangeAspect="1"/>
          </p:cNvPicPr>
          <p:nvPr/>
        </p:nvPicPr>
        <p:blipFill>
          <a:blip r:embed="rId4">
            <a:extLst>
              <a:ext uri="{28A0092B-C50C-407E-A947-70E740481C1C}">
                <a14:useLocalDpi xmlns:a14="http://schemas.microsoft.com/office/drawing/2010/main" val="0"/>
              </a:ext>
            </a:extLst>
          </a:blip>
          <a:srcRect l="7758" t="7568" r="15065" b="18185"/>
          <a:stretch>
            <a:fillRect/>
          </a:stretch>
        </p:blipFill>
        <p:spPr>
          <a:xfrm>
            <a:off x="559426" y="1405002"/>
            <a:ext cx="4490534" cy="4320000"/>
          </a:xfrm>
          <a:prstGeom prst="rect">
            <a:avLst/>
          </a:prstGeom>
        </p:spPr>
      </p:pic>
    </p:spTree>
    <p:extLst>
      <p:ext uri="{BB962C8B-B14F-4D97-AF65-F5344CB8AC3E}">
        <p14:creationId xmlns:p14="http://schemas.microsoft.com/office/powerpoint/2010/main" val="3459351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FB82C-427C-2AC7-AF72-198119D87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B7B6F-90BA-13F8-9D48-720CE67C2E2E}"/>
              </a:ext>
            </a:extLst>
          </p:cNvPr>
          <p:cNvSpPr>
            <a:spLocks noGrp="1"/>
          </p:cNvSpPr>
          <p:nvPr>
            <p:ph type="title"/>
          </p:nvPr>
        </p:nvSpPr>
        <p:spPr/>
        <p:txBody>
          <a:bodyPr/>
          <a:lstStyle/>
          <a:p>
            <a:r>
              <a:rPr lang="en-US" dirty="0"/>
              <a:t>Hybrid Stochastic-Deterministic CME-ODE Algorithm</a:t>
            </a:r>
          </a:p>
        </p:txBody>
      </p:sp>
      <p:sp>
        <p:nvSpPr>
          <p:cNvPr id="3" name="Slide Number Placeholder 2">
            <a:extLst>
              <a:ext uri="{FF2B5EF4-FFF2-40B4-BE49-F238E27FC236}">
                <a16:creationId xmlns:a16="http://schemas.microsoft.com/office/drawing/2014/main" id="{60A4B781-D4FB-D141-77B5-9037714735B3}"/>
              </a:ext>
            </a:extLst>
          </p:cNvPr>
          <p:cNvSpPr>
            <a:spLocks noGrp="1"/>
          </p:cNvSpPr>
          <p:nvPr>
            <p:ph type="sldNum" sz="quarter" idx="17"/>
          </p:nvPr>
        </p:nvSpPr>
        <p:spPr/>
        <p:txBody>
          <a:bodyPr/>
          <a:lstStyle/>
          <a:p>
            <a:fld id="{86134D44-37F0-44A1-8A08-E9432A030C07}" type="slidenum">
              <a:rPr lang="en-US" smtClean="0"/>
              <a:pPr/>
              <a:t>7</a:t>
            </a:fld>
            <a:endParaRPr lang="en-US" dirty="0"/>
          </a:p>
        </p:txBody>
      </p:sp>
      <p:pic>
        <p:nvPicPr>
          <p:cNvPr id="14" name="Picture 13" descr="Diagram of a diagram of a genetic information process&#10;&#10;AI-generated content may be incorrect.">
            <a:extLst>
              <a:ext uri="{FF2B5EF4-FFF2-40B4-BE49-F238E27FC236}">
                <a16:creationId xmlns:a16="http://schemas.microsoft.com/office/drawing/2014/main" id="{02D80653-1552-89F8-24EE-F4D97C053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7283" y="2161128"/>
            <a:ext cx="8609987" cy="3436316"/>
          </a:xfrm>
          <a:prstGeom prst="rect">
            <a:avLst/>
          </a:prstGeom>
        </p:spPr>
      </p:pic>
      <p:sp>
        <p:nvSpPr>
          <p:cNvPr id="17" name="TextBox 16">
            <a:extLst>
              <a:ext uri="{FF2B5EF4-FFF2-40B4-BE49-F238E27FC236}">
                <a16:creationId xmlns:a16="http://schemas.microsoft.com/office/drawing/2014/main" id="{F42C0A70-6CF1-390E-CB02-CF7FB3333A87}"/>
              </a:ext>
            </a:extLst>
          </p:cNvPr>
          <p:cNvSpPr txBox="1"/>
          <p:nvPr/>
        </p:nvSpPr>
        <p:spPr>
          <a:xfrm>
            <a:off x="3180168" y="1160344"/>
            <a:ext cx="2207656" cy="954107"/>
          </a:xfrm>
          <a:prstGeom prst="rect">
            <a:avLst/>
          </a:prstGeom>
          <a:noFill/>
        </p:spPr>
        <p:txBody>
          <a:bodyPr wrap="none" rtlCol="0">
            <a:spAutoFit/>
          </a:bodyPr>
          <a:lstStyle/>
          <a:p>
            <a:r>
              <a:rPr lang="en-US" altLang="zh-CN" sz="2000" b="1" dirty="0">
                <a:latin typeface="Arial" panose="020B0604020202020204" pitchFamily="34" charset="0"/>
                <a:cs typeface="Arial" panose="020B0604020202020204" pitchFamily="34" charset="0"/>
              </a:rPr>
              <a:t>Stochastic CME:</a:t>
            </a:r>
          </a:p>
          <a:p>
            <a:r>
              <a:rPr lang="en-US" altLang="zh-CN" dirty="0">
                <a:latin typeface="Arial" panose="020B0604020202020204" pitchFamily="34" charset="0"/>
                <a:cs typeface="Arial" panose="020B0604020202020204" pitchFamily="34" charset="0"/>
              </a:rPr>
              <a:t>Gene Expression</a:t>
            </a:r>
          </a:p>
          <a:p>
            <a:r>
              <a:rPr lang="en-US" altLang="zh-CN" i="1" u="sng" dirty="0">
                <a:latin typeface="Arial" panose="020B0604020202020204" pitchFamily="34" charset="0"/>
                <a:cs typeface="Arial" panose="020B0604020202020204" pitchFamily="34" charset="0"/>
              </a:rPr>
              <a:t>Complex Formation</a:t>
            </a:r>
          </a:p>
        </p:txBody>
      </p:sp>
      <p:sp>
        <p:nvSpPr>
          <p:cNvPr id="18" name="TextBox 17">
            <a:extLst>
              <a:ext uri="{FF2B5EF4-FFF2-40B4-BE49-F238E27FC236}">
                <a16:creationId xmlns:a16="http://schemas.microsoft.com/office/drawing/2014/main" id="{44DA4C91-6A31-3F85-8044-C1E6DEA1BD54}"/>
              </a:ext>
            </a:extLst>
          </p:cNvPr>
          <p:cNvSpPr txBox="1"/>
          <p:nvPr/>
        </p:nvSpPr>
        <p:spPr>
          <a:xfrm>
            <a:off x="6096000" y="1314232"/>
            <a:ext cx="2518638" cy="677108"/>
          </a:xfrm>
          <a:prstGeom prst="rect">
            <a:avLst/>
          </a:prstGeom>
          <a:noFill/>
        </p:spPr>
        <p:txBody>
          <a:bodyPr wrap="none" rtlCol="0">
            <a:spAutoFit/>
          </a:bodyPr>
          <a:lstStyle/>
          <a:p>
            <a:r>
              <a:rPr lang="en-US" altLang="zh-CN" sz="2000" b="1" dirty="0">
                <a:latin typeface="Arial" panose="020B0604020202020204" pitchFamily="34" charset="0"/>
                <a:cs typeface="Arial" panose="020B0604020202020204" pitchFamily="34" charset="0"/>
              </a:rPr>
              <a:t>Deterministic ODE:</a:t>
            </a:r>
          </a:p>
          <a:p>
            <a:r>
              <a:rPr lang="en-US" altLang="zh-CN" dirty="0">
                <a:latin typeface="Arial" panose="020B0604020202020204" pitchFamily="34" charset="0"/>
                <a:cs typeface="Arial" panose="020B0604020202020204" pitchFamily="34" charset="0"/>
              </a:rPr>
              <a:t>Metabolism</a:t>
            </a:r>
          </a:p>
        </p:txBody>
      </p:sp>
      <p:grpSp>
        <p:nvGrpSpPr>
          <p:cNvPr id="19" name="Group 18">
            <a:extLst>
              <a:ext uri="{FF2B5EF4-FFF2-40B4-BE49-F238E27FC236}">
                <a16:creationId xmlns:a16="http://schemas.microsoft.com/office/drawing/2014/main" id="{8E5E89B6-419D-A5CF-0B94-F39205000167}"/>
              </a:ext>
            </a:extLst>
          </p:cNvPr>
          <p:cNvGrpSpPr/>
          <p:nvPr/>
        </p:nvGrpSpPr>
        <p:grpSpPr>
          <a:xfrm>
            <a:off x="5470225" y="1534828"/>
            <a:ext cx="523895" cy="186557"/>
            <a:chOff x="2429379" y="6057212"/>
            <a:chExt cx="523895" cy="186557"/>
          </a:xfrm>
        </p:grpSpPr>
        <p:cxnSp>
          <p:nvCxnSpPr>
            <p:cNvPr id="20" name="Straight Arrow Connector 19">
              <a:extLst>
                <a:ext uri="{FF2B5EF4-FFF2-40B4-BE49-F238E27FC236}">
                  <a16:creationId xmlns:a16="http://schemas.microsoft.com/office/drawing/2014/main" id="{9EBC41B9-88DE-B7B1-78CA-7DF8C2E94FEC}"/>
                </a:ext>
              </a:extLst>
            </p:cNvPr>
            <p:cNvCxnSpPr>
              <a:cxnSpLocks/>
            </p:cNvCxnSpPr>
            <p:nvPr/>
          </p:nvCxnSpPr>
          <p:spPr>
            <a:xfrm>
              <a:off x="2449274" y="6057212"/>
              <a:ext cx="504000"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303113F7-FAFC-0262-1A88-074C5D747856}"/>
                </a:ext>
              </a:extLst>
            </p:cNvPr>
            <p:cNvCxnSpPr>
              <a:cxnSpLocks/>
            </p:cNvCxnSpPr>
            <p:nvPr/>
          </p:nvCxnSpPr>
          <p:spPr>
            <a:xfrm rot="10800000">
              <a:off x="2429379" y="6243769"/>
              <a:ext cx="504000"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AB895845-969C-313C-5B24-6C1712B4CAC3}"/>
              </a:ext>
            </a:extLst>
          </p:cNvPr>
          <p:cNvSpPr txBox="1"/>
          <p:nvPr/>
        </p:nvSpPr>
        <p:spPr>
          <a:xfrm>
            <a:off x="5022650" y="935808"/>
            <a:ext cx="2023311" cy="400110"/>
          </a:xfrm>
          <a:prstGeom prst="rect">
            <a:avLst/>
          </a:prstGeom>
          <a:noFill/>
        </p:spPr>
        <p:txBody>
          <a:bodyPr wrap="none" rtlCol="0">
            <a:spAutoFit/>
          </a:bodyPr>
          <a:lstStyle/>
          <a:p>
            <a:r>
              <a:rPr lang="en-US" sz="2000" b="1" i="1" dirty="0">
                <a:latin typeface="Arial" panose="020B0604020202020204" pitchFamily="34" charset="0"/>
                <a:cs typeface="Arial" panose="020B0604020202020204" pitchFamily="34" charset="0"/>
              </a:rPr>
              <a:t>Communicate</a:t>
            </a:r>
            <a:r>
              <a:rPr lang="en-US" sz="2000" b="1" i="1" baseline="30000" dirty="0">
                <a:latin typeface="Arial" panose="020B0604020202020204" pitchFamily="34" charset="0"/>
                <a:cs typeface="Arial" panose="020B0604020202020204" pitchFamily="34" charset="0"/>
              </a:rPr>
              <a:t>1</a:t>
            </a:r>
          </a:p>
        </p:txBody>
      </p:sp>
      <p:sp>
        <p:nvSpPr>
          <p:cNvPr id="23" name="TextBox 22">
            <a:extLst>
              <a:ext uri="{FF2B5EF4-FFF2-40B4-BE49-F238E27FC236}">
                <a16:creationId xmlns:a16="http://schemas.microsoft.com/office/drawing/2014/main" id="{45690A24-F45C-639A-1841-E2A2BD9E17C3}"/>
              </a:ext>
            </a:extLst>
          </p:cNvPr>
          <p:cNvSpPr txBox="1"/>
          <p:nvPr/>
        </p:nvSpPr>
        <p:spPr>
          <a:xfrm>
            <a:off x="2328922" y="5802945"/>
            <a:ext cx="7816563"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Simulated 100 cells by efficient parallelization within one day</a:t>
            </a:r>
          </a:p>
        </p:txBody>
      </p:sp>
      <p:sp>
        <p:nvSpPr>
          <p:cNvPr id="4" name="TextBox 3">
            <a:extLst>
              <a:ext uri="{FF2B5EF4-FFF2-40B4-BE49-F238E27FC236}">
                <a16:creationId xmlns:a16="http://schemas.microsoft.com/office/drawing/2014/main" id="{DD31A352-589B-D5BF-0FD9-D725AD3BF52B}"/>
              </a:ext>
            </a:extLst>
          </p:cNvPr>
          <p:cNvSpPr txBox="1"/>
          <p:nvPr/>
        </p:nvSpPr>
        <p:spPr>
          <a:xfrm>
            <a:off x="98911" y="6500311"/>
            <a:ext cx="8375434"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1. Bianchi, D. M., Peterson, J. R., Earnest, T. M., Hallock, M. J. &amp; </a:t>
            </a:r>
            <a:r>
              <a:rPr lang="en-US" sz="1200" dirty="0" err="1">
                <a:latin typeface="Arial" panose="020B0604020202020204" pitchFamily="34" charset="0"/>
                <a:cs typeface="Arial" panose="020B0604020202020204" pitchFamily="34" charset="0"/>
              </a:rPr>
              <a:t>Luthey</a:t>
            </a:r>
            <a:r>
              <a:rPr lang="en-US" sz="1200" dirty="0">
                <a:latin typeface="Arial" panose="020B0604020202020204" pitchFamily="34" charset="0"/>
                <a:cs typeface="Arial" panose="020B0604020202020204" pitchFamily="34" charset="0"/>
              </a:rPr>
              <a:t>‐Schulten, Z. </a:t>
            </a:r>
            <a:r>
              <a:rPr lang="en-US" sz="1200" i="1" dirty="0">
                <a:latin typeface="Arial" panose="020B0604020202020204" pitchFamily="34" charset="0"/>
                <a:cs typeface="Arial" panose="020B0604020202020204" pitchFamily="34" charset="0"/>
              </a:rPr>
              <a:t>IET syst. biol.</a:t>
            </a:r>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12</a:t>
            </a:r>
            <a:r>
              <a:rPr lang="en-US" sz="1200" dirty="0">
                <a:latin typeface="Arial" panose="020B0604020202020204" pitchFamily="34" charset="0"/>
                <a:cs typeface="Arial" panose="020B0604020202020204" pitchFamily="34" charset="0"/>
              </a:rPr>
              <a:t>, 170–176 (2018).</a:t>
            </a:r>
          </a:p>
        </p:txBody>
      </p:sp>
      <p:sp>
        <p:nvSpPr>
          <p:cNvPr id="5" name="TextBox 4">
            <a:extLst>
              <a:ext uri="{FF2B5EF4-FFF2-40B4-BE49-F238E27FC236}">
                <a16:creationId xmlns:a16="http://schemas.microsoft.com/office/drawing/2014/main" id="{F616569A-3AC9-BE38-ADBB-4EE46AB3EE05}"/>
              </a:ext>
            </a:extLst>
          </p:cNvPr>
          <p:cNvSpPr txBox="1"/>
          <p:nvPr/>
        </p:nvSpPr>
        <p:spPr>
          <a:xfrm>
            <a:off x="10346775" y="1595216"/>
            <a:ext cx="1587486" cy="400110"/>
          </a:xfrm>
          <a:prstGeom prst="rect">
            <a:avLst/>
          </a:prstGeom>
          <a:noFill/>
          <a:ln w="19050">
            <a:solidFill>
              <a:schemeClr val="tx1"/>
            </a:solidFill>
          </a:ln>
        </p:spPr>
        <p:txBody>
          <a:bodyPr wrap="none" rtlCol="0">
            <a:spAutoFit/>
          </a:bodyPr>
          <a:lstStyle/>
          <a:p>
            <a:r>
              <a:rPr lang="en-US" sz="2000" b="1" i="1" dirty="0">
                <a:latin typeface="Arial" panose="020B0604020202020204" pitchFamily="34" charset="0"/>
                <a:cs typeface="Arial" panose="020B0604020202020204" pitchFamily="34" charset="0"/>
              </a:rPr>
              <a:t>Well-stirred</a:t>
            </a:r>
          </a:p>
        </p:txBody>
      </p:sp>
      <p:sp>
        <p:nvSpPr>
          <p:cNvPr id="6" name="TextBox 5">
            <a:extLst>
              <a:ext uri="{FF2B5EF4-FFF2-40B4-BE49-F238E27FC236}">
                <a16:creationId xmlns:a16="http://schemas.microsoft.com/office/drawing/2014/main" id="{D803568D-27EB-7520-6904-944A846BF0D0}"/>
              </a:ext>
            </a:extLst>
          </p:cNvPr>
          <p:cNvSpPr txBox="1"/>
          <p:nvPr/>
        </p:nvSpPr>
        <p:spPr>
          <a:xfrm>
            <a:off x="10447957" y="5546924"/>
            <a:ext cx="1486304" cy="523220"/>
          </a:xfrm>
          <a:prstGeom prst="rect">
            <a:avLst/>
          </a:prstGeom>
          <a:noFill/>
        </p:spPr>
        <p:txBody>
          <a:bodyPr wrap="none" rtlCol="0">
            <a:spAutoFit/>
          </a:bodyPr>
          <a:lstStyle/>
          <a:p>
            <a:pPr algn="ctr"/>
            <a:r>
              <a:rPr lang="en-US" sz="1400" b="1" dirty="0">
                <a:latin typeface="Arial" panose="020B0604020202020204" pitchFamily="34" charset="0"/>
                <a:cs typeface="Arial" panose="020B0604020202020204" pitchFamily="34" charset="0"/>
              </a:rPr>
              <a:t>Code available </a:t>
            </a:r>
            <a:br>
              <a:rPr lang="en-US" sz="1400" b="1"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at </a:t>
            </a:r>
            <a:r>
              <a:rPr lang="en-US" sz="1400" b="1" dirty="0" err="1">
                <a:latin typeface="Arial" panose="020B0604020202020204" pitchFamily="34" charset="0"/>
                <a:cs typeface="Arial" panose="020B0604020202020204" pitchFamily="34" charset="0"/>
              </a:rPr>
              <a:t>Github</a:t>
            </a:r>
            <a:endParaRPr lang="en-US" sz="1400" b="1" dirty="0">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7D0DBF53-4833-B890-45FD-90A7BC90FA68}"/>
              </a:ext>
            </a:extLst>
          </p:cNvPr>
          <p:cNvSpPr txBox="1"/>
          <p:nvPr/>
        </p:nvSpPr>
        <p:spPr>
          <a:xfrm>
            <a:off x="10145485" y="4136096"/>
            <a:ext cx="1877438" cy="646331"/>
          </a:xfrm>
          <a:prstGeom prst="rect">
            <a:avLst/>
          </a:prstGeom>
          <a:noFill/>
        </p:spPr>
        <p:txBody>
          <a:bodyPr wrap="none" rtlCol="0">
            <a:spAutoFit/>
          </a:bodyPr>
          <a:lstStyle/>
          <a:p>
            <a:pPr algn="ctr"/>
            <a:r>
              <a:rPr lang="en-US" b="1" dirty="0"/>
              <a:t>Software:</a:t>
            </a:r>
            <a:br>
              <a:rPr lang="en-US" b="1" dirty="0"/>
            </a:br>
            <a:r>
              <a:rPr lang="en-US" b="1" dirty="0"/>
              <a:t>Lattice Microbe</a:t>
            </a:r>
          </a:p>
        </p:txBody>
      </p:sp>
      <p:sp>
        <p:nvSpPr>
          <p:cNvPr id="7" name="TextBox 6">
            <a:extLst>
              <a:ext uri="{FF2B5EF4-FFF2-40B4-BE49-F238E27FC236}">
                <a16:creationId xmlns:a16="http://schemas.microsoft.com/office/drawing/2014/main" id="{C9AFD542-7C76-E2BC-9960-3FDA6461927F}"/>
              </a:ext>
            </a:extLst>
          </p:cNvPr>
          <p:cNvSpPr txBox="1"/>
          <p:nvPr/>
        </p:nvSpPr>
        <p:spPr>
          <a:xfrm>
            <a:off x="3772425" y="5359102"/>
            <a:ext cx="4929555" cy="369332"/>
          </a:xfrm>
          <a:prstGeom prst="rect">
            <a:avLst/>
          </a:prstGeom>
          <a:noFill/>
        </p:spPr>
        <p:txBody>
          <a:bodyPr wrap="none" rtlCol="0">
            <a:spAutoFit/>
          </a:bodyPr>
          <a:lstStyle/>
          <a:p>
            <a:r>
              <a:rPr lang="en-US" b="1" i="1" dirty="0"/>
              <a:t>Communicate 1 second out of total 2 hours</a:t>
            </a:r>
          </a:p>
        </p:txBody>
      </p:sp>
    </p:spTree>
    <p:extLst>
      <p:ext uri="{BB962C8B-B14F-4D97-AF65-F5344CB8AC3E}">
        <p14:creationId xmlns:p14="http://schemas.microsoft.com/office/powerpoint/2010/main" val="2892564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F1EF6-C3B5-ED76-4F42-1BD5467D0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EFF17-29BE-910C-F17D-F25A2E2A7AC8}"/>
              </a:ext>
            </a:extLst>
          </p:cNvPr>
          <p:cNvSpPr>
            <a:spLocks noGrp="1"/>
          </p:cNvSpPr>
          <p:nvPr>
            <p:ph type="title"/>
          </p:nvPr>
        </p:nvSpPr>
        <p:spPr>
          <a:xfrm>
            <a:off x="652463" y="276575"/>
            <a:ext cx="10701337" cy="745668"/>
          </a:xfrm>
        </p:spPr>
        <p:txBody>
          <a:bodyPr>
            <a:normAutofit/>
          </a:bodyPr>
          <a:lstStyle/>
          <a:p>
            <a:r>
              <a:rPr lang="en-US" sz="2200" dirty="0"/>
              <a:t>Chemical Master Equation (CME) for Gene Expression and Complex Formation</a:t>
            </a:r>
          </a:p>
        </p:txBody>
      </p:sp>
      <p:sp>
        <p:nvSpPr>
          <p:cNvPr id="3" name="Slide Number Placeholder 2">
            <a:extLst>
              <a:ext uri="{FF2B5EF4-FFF2-40B4-BE49-F238E27FC236}">
                <a16:creationId xmlns:a16="http://schemas.microsoft.com/office/drawing/2014/main" id="{37130B3E-BB7D-1B02-A940-D23E64C9EF0E}"/>
              </a:ext>
            </a:extLst>
          </p:cNvPr>
          <p:cNvSpPr>
            <a:spLocks noGrp="1"/>
          </p:cNvSpPr>
          <p:nvPr>
            <p:ph type="sldNum" sz="quarter" idx="17"/>
          </p:nvPr>
        </p:nvSpPr>
        <p:spPr/>
        <p:txBody>
          <a:bodyPr/>
          <a:lstStyle/>
          <a:p>
            <a:fld id="{86134D44-37F0-44A1-8A08-E9432A030C07}" type="slidenum">
              <a:rPr lang="en-US" smtClean="0"/>
              <a:pPr/>
              <a:t>8</a:t>
            </a:fld>
            <a:endParaRPr lang="en-US" dirty="0"/>
          </a:p>
        </p:txBody>
      </p:sp>
      <mc:AlternateContent xmlns:mc="http://schemas.openxmlformats.org/markup-compatibility/2006" xmlns:a14="http://schemas.microsoft.com/office/drawing/2010/main">
        <mc:Choice Requires="a14">
          <p:sp>
            <p:nvSpPr>
              <p:cNvPr id="4" name="Text Placeholder 2">
                <a:extLst>
                  <a:ext uri="{FF2B5EF4-FFF2-40B4-BE49-F238E27FC236}">
                    <a16:creationId xmlns:a16="http://schemas.microsoft.com/office/drawing/2014/main" id="{5FE8A18E-106C-E82A-5CF7-44AF959C15DF}"/>
                  </a:ext>
                </a:extLst>
              </p:cNvPr>
              <p:cNvSpPr txBox="1">
                <a:spLocks/>
              </p:cNvSpPr>
              <p:nvPr/>
            </p:nvSpPr>
            <p:spPr>
              <a:xfrm>
                <a:off x="652462" y="1407120"/>
                <a:ext cx="10370191" cy="730124"/>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altLang="zh-CN" sz="1800" dirty="0"/>
                  <a:t>State transition as reaction </a:t>
                </a:r>
                <a:r>
                  <a:rPr lang="en-US" altLang="zh-CN" sz="1800" i="1" dirty="0"/>
                  <a:t>r</a:t>
                </a:r>
                <a:r>
                  <a:rPr lang="en-US" altLang="zh-CN" sz="1800" dirty="0"/>
                  <a:t> with stoichiometry </a:t>
                </a:r>
                <a14:m>
                  <m:oMath xmlns:m="http://schemas.openxmlformats.org/officeDocument/2006/math">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𝑆</m:t>
                        </m:r>
                      </m:e>
                      <m:sub>
                        <m:r>
                          <a:rPr lang="en-US" altLang="zh-CN" sz="1800" i="1" dirty="0">
                            <a:latin typeface="Cambria Math" panose="02040503050406030204" pitchFamily="18" charset="0"/>
                          </a:rPr>
                          <m:t>𝑟</m:t>
                        </m:r>
                      </m:sub>
                    </m:sSub>
                  </m:oMath>
                </a14:m>
                <a:r>
                  <a:rPr lang="en-US" altLang="zh-CN" sz="1800" dirty="0"/>
                  <a:t> fire:</a:t>
                </a:r>
              </a:p>
              <a:p>
                <a:pPr marL="0" indent="0">
                  <a:buNone/>
                </a:pPr>
                <a:r>
                  <a:rPr lang="en-US" altLang="zh-CN" sz="1800" dirty="0"/>
                  <a:t>	Propensity </a:t>
                </a:r>
                <a14:m>
                  <m:oMath xmlns:m="http://schemas.openxmlformats.org/officeDocument/2006/math">
                    <m:sSub>
                      <m:sSubPr>
                        <m:ctrlPr>
                          <a:rPr lang="en-US" sz="1800" i="1" smtClean="0">
                            <a:latin typeface="Cambria Math" panose="02040503050406030204" pitchFamily="18" charset="0"/>
                          </a:rPr>
                        </m:ctrlPr>
                      </m:sSubPr>
                      <m:e>
                        <m:r>
                          <a:rPr lang="en-US" sz="1800" i="1" smtClean="0">
                            <a:latin typeface="Cambria Math" panose="02040503050406030204" pitchFamily="18" charset="0"/>
                          </a:rPr>
                          <m:t>𝑎</m:t>
                        </m:r>
                      </m:e>
                      <m:sub>
                        <m:r>
                          <a:rPr lang="en-US" sz="1800" i="1" smtClean="0">
                            <a:latin typeface="Cambria Math" panose="02040503050406030204" pitchFamily="18" charset="0"/>
                          </a:rPr>
                          <m:t>𝑟</m:t>
                        </m:r>
                      </m:sub>
                    </m:sSub>
                    <m:d>
                      <m:dPr>
                        <m:ctrlPr>
                          <a:rPr lang="en-US" sz="1800" i="1" smtClean="0">
                            <a:latin typeface="Cambria Math" panose="02040503050406030204" pitchFamily="18" charset="0"/>
                          </a:rPr>
                        </m:ctrlPr>
                      </m:dPr>
                      <m:e>
                        <m:r>
                          <a:rPr lang="en-US" sz="1800" b="1" i="1" smtClean="0">
                            <a:latin typeface="Cambria Math" panose="02040503050406030204" pitchFamily="18" charset="0"/>
                          </a:rPr>
                          <m:t>𝒏</m:t>
                        </m:r>
                      </m:e>
                    </m:d>
                  </m:oMath>
                </a14:m>
                <a:r>
                  <a:rPr lang="zh-CN" altLang="en-US" sz="1800" dirty="0"/>
                  <a:t> </a:t>
                </a:r>
                <a:r>
                  <a:rPr lang="en-US" altLang="zh-CN" sz="1800" dirty="0"/>
                  <a:t>is the per unit time probability that reaction </a:t>
                </a:r>
                <a:r>
                  <a:rPr lang="en-US" altLang="zh-CN" sz="1800" i="1" dirty="0"/>
                  <a:t>r</a:t>
                </a:r>
                <a:r>
                  <a:rPr lang="en-US" altLang="zh-CN" sz="1800" dirty="0"/>
                  <a:t> will fire </a:t>
                </a:r>
                <a:r>
                  <a:rPr lang="en-US" sz="1800" dirty="0">
                    <a:latin typeface="Arial" panose="020B0604020202020204" pitchFamily="34" charset="0"/>
                    <a:cs typeface="Arial" panose="020B0604020202020204" pitchFamily="34" charset="0"/>
                  </a:rPr>
                  <a:t>in state </a:t>
                </a:r>
                <a14:m>
                  <m:oMath xmlns:m="http://schemas.openxmlformats.org/officeDocument/2006/math">
                    <m:r>
                      <a:rPr lang="en-US" sz="1800" b="1" i="1" dirty="0">
                        <a:latin typeface="Cambria Math" panose="02040503050406030204" pitchFamily="18" charset="0"/>
                        <a:cs typeface="Arial" panose="020B0604020202020204" pitchFamily="34" charset="0"/>
                      </a:rPr>
                      <m:t>𝒏</m:t>
                    </m:r>
                  </m:oMath>
                </a14:m>
                <a:r>
                  <a:rPr lang="en-US" sz="1800" dirty="0">
                    <a:latin typeface="Arial" panose="020B0604020202020204" pitchFamily="34" charset="0"/>
                    <a:cs typeface="Arial" panose="020B0604020202020204" pitchFamily="34" charset="0"/>
                  </a:rPr>
                  <a:t>. </a:t>
                </a:r>
                <a:endParaRPr lang="en-US" altLang="zh-CN" sz="1800" dirty="0"/>
              </a:p>
            </p:txBody>
          </p:sp>
        </mc:Choice>
        <mc:Fallback xmlns="">
          <p:sp>
            <p:nvSpPr>
              <p:cNvPr id="4" name="Text Placeholder 2">
                <a:extLst>
                  <a:ext uri="{FF2B5EF4-FFF2-40B4-BE49-F238E27FC236}">
                    <a16:creationId xmlns:a16="http://schemas.microsoft.com/office/drawing/2014/main" id="{5FE8A18E-106C-E82A-5CF7-44AF959C15DF}"/>
                  </a:ext>
                </a:extLst>
              </p:cNvPr>
              <p:cNvSpPr txBox="1">
                <a:spLocks noRot="1" noChangeAspect="1" noMove="1" noResize="1" noEditPoints="1" noAdjustHandles="1" noChangeArrowheads="1" noChangeShapeType="1" noTextEdit="1"/>
              </p:cNvSpPr>
              <p:nvPr/>
            </p:nvSpPr>
            <p:spPr>
              <a:xfrm>
                <a:off x="652462" y="1407120"/>
                <a:ext cx="10370191" cy="730124"/>
              </a:xfrm>
              <a:prstGeom prst="rect">
                <a:avLst/>
              </a:prstGeom>
              <a:blipFill>
                <a:blip r:embed="rId3"/>
                <a:stretch>
                  <a:fillRect l="-490" t="-8475" b="-6780"/>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5E63747D-2828-A08F-501A-FAAD9370A900}"/>
              </a:ext>
            </a:extLst>
          </p:cNvPr>
          <p:cNvGrpSpPr/>
          <p:nvPr/>
        </p:nvGrpSpPr>
        <p:grpSpPr>
          <a:xfrm>
            <a:off x="3016849" y="2050659"/>
            <a:ext cx="5641416" cy="963936"/>
            <a:chOff x="3134555" y="3879006"/>
            <a:chExt cx="5641416" cy="963936"/>
          </a:xfrm>
        </p:grpSpPr>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989FA3-7C1C-5BD8-E84F-30C633BB4666}"/>
                    </a:ext>
                  </a:extLst>
                </p:cNvPr>
                <p:cNvSpPr txBox="1"/>
                <p:nvPr/>
              </p:nvSpPr>
              <p:spPr>
                <a:xfrm>
                  <a:off x="3134555" y="4065550"/>
                  <a:ext cx="5641416" cy="777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𝑑</m:t>
                            </m:r>
                            <m:r>
                              <a:rPr lang="en-US" b="0" i="1">
                                <a:latin typeface="Cambria Math" panose="02040503050406030204" pitchFamily="18" charset="0"/>
                              </a:rPr>
                              <m:t>𝑃</m:t>
                            </m:r>
                            <m:d>
                              <m:dPr>
                                <m:ctrlPr>
                                  <a:rPr lang="en-US" i="1">
                                    <a:latin typeface="Cambria Math" panose="02040503050406030204" pitchFamily="18" charset="0"/>
                                  </a:rPr>
                                </m:ctrlPr>
                              </m:dPr>
                              <m:e>
                                <m:r>
                                  <a:rPr lang="en-US" b="1" i="1">
                                    <a:latin typeface="Cambria Math" panose="02040503050406030204" pitchFamily="18" charset="0"/>
                                  </a:rPr>
                                  <m:t>𝒏</m:t>
                                </m:r>
                                <m:r>
                                  <a:rPr lang="en-US" b="0" i="1">
                                    <a:latin typeface="Cambria Math" panose="02040503050406030204" pitchFamily="18" charset="0"/>
                                  </a:rPr>
                                  <m:t>,</m:t>
                                </m:r>
                                <m:r>
                                  <a:rPr lang="en-US" b="0" i="1">
                                    <a:latin typeface="Cambria Math" panose="02040503050406030204" pitchFamily="18" charset="0"/>
                                  </a:rPr>
                                  <m:t>𝑡</m:t>
                                </m:r>
                              </m:e>
                            </m:d>
                          </m:num>
                          <m:den>
                            <m:r>
                              <a:rPr lang="en-US" i="1">
                                <a:latin typeface="Cambria Math" panose="02040503050406030204" pitchFamily="18" charset="0"/>
                              </a:rPr>
                              <m:t>𝑑𝑡</m:t>
                            </m:r>
                          </m:den>
                        </m:f>
                        <m:r>
                          <a:rPr lang="en-US" i="1">
                            <a:latin typeface="Cambria Math" panose="02040503050406030204" pitchFamily="18" charset="0"/>
                          </a:rPr>
                          <m:t>=</m:t>
                        </m:r>
                        <m:r>
                          <a:rPr lang="en-US" b="0" i="1" smtClean="0">
                            <a:latin typeface="Cambria Math" panose="02040503050406030204" pitchFamily="18" charset="0"/>
                          </a:rPr>
                          <m:t> </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𝑟</m:t>
                            </m:r>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𝑟𝑥𝑛</m:t>
                                </m:r>
                              </m:sub>
                            </m:sSub>
                          </m:sup>
                          <m:e>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𝑎</m:t>
                                </m:r>
                              </m:e>
                              <m:sub>
                                <m:r>
                                  <a:rPr lang="en-US" b="0" i="1" smtClean="0">
                                    <a:solidFill>
                                      <a:srgbClr val="FF0000"/>
                                    </a:solidFill>
                                    <a:latin typeface="Cambria Math" panose="02040503050406030204" pitchFamily="18" charset="0"/>
                                  </a:rPr>
                                  <m:t>𝑟</m:t>
                                </m:r>
                              </m:sub>
                            </m:sSub>
                            <m:d>
                              <m:dPr>
                                <m:ctrlPr>
                                  <a:rPr lang="en-US" b="0"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𝒏</m:t>
                                </m:r>
                              </m:e>
                            </m:d>
                            <m:r>
                              <a:rPr lang="en-US" b="0" i="1" smtClean="0">
                                <a:solidFill>
                                  <a:srgbClr val="FF0000"/>
                                </a:solidFill>
                                <a:latin typeface="Cambria Math" panose="02040503050406030204" pitchFamily="18" charset="0"/>
                              </a:rPr>
                              <m:t>𝑃</m:t>
                            </m:r>
                            <m:d>
                              <m:dPr>
                                <m:ctrlPr>
                                  <a:rPr lang="en-US" b="0"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𝒏</m:t>
                                </m:r>
                                <m:r>
                                  <a:rPr lang="en-US" b="0" i="1" smtClean="0">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𝑡</m:t>
                                </m:r>
                              </m:e>
                            </m:d>
                            <m:r>
                              <a:rPr lang="en-US" b="0" i="1" smtClean="0">
                                <a:latin typeface="Cambria Math" panose="02040503050406030204" pitchFamily="18" charset="0"/>
                              </a:rPr>
                              <m:t>+</m:t>
                            </m:r>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𝑎</m:t>
                                </m:r>
                              </m:e>
                              <m:sub>
                                <m:r>
                                  <a:rPr lang="en-US" b="0" i="1" smtClean="0">
                                    <a:solidFill>
                                      <a:schemeClr val="accent1">
                                        <a:lumMod val="75000"/>
                                      </a:schemeClr>
                                    </a:solidFill>
                                    <a:latin typeface="Cambria Math" panose="02040503050406030204" pitchFamily="18" charset="0"/>
                                  </a:rPr>
                                  <m:t>𝑟</m:t>
                                </m:r>
                              </m:sub>
                            </m:sSub>
                            <m:d>
                              <m:dPr>
                                <m:ctrlPr>
                                  <a:rPr lang="en-US" b="0" i="1" smtClean="0">
                                    <a:solidFill>
                                      <a:schemeClr val="accent1">
                                        <a:lumMod val="75000"/>
                                      </a:schemeClr>
                                    </a:solidFill>
                                    <a:latin typeface="Cambria Math" panose="02040503050406030204" pitchFamily="18" charset="0"/>
                                  </a:rPr>
                                </m:ctrlPr>
                              </m:dPr>
                              <m:e>
                                <m:r>
                                  <a:rPr lang="en-US" b="1" i="1" smtClean="0">
                                    <a:solidFill>
                                      <a:schemeClr val="accent1">
                                        <a:lumMod val="75000"/>
                                      </a:schemeClr>
                                    </a:solidFill>
                                    <a:latin typeface="Cambria Math" panose="02040503050406030204" pitchFamily="18" charset="0"/>
                                  </a:rPr>
                                  <m:t>𝒏</m:t>
                                </m:r>
                                <m:r>
                                  <a:rPr lang="en-US" b="0" i="1" smtClean="0">
                                    <a:solidFill>
                                      <a:schemeClr val="accent1">
                                        <a:lumMod val="75000"/>
                                      </a:schemeClr>
                                    </a:solidFill>
                                    <a:latin typeface="Cambria Math" panose="02040503050406030204" pitchFamily="18" charset="0"/>
                                  </a:rPr>
                                  <m:t>−</m:t>
                                </m:r>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𝑆</m:t>
                                    </m:r>
                                  </m:e>
                                  <m:sub>
                                    <m:r>
                                      <a:rPr lang="en-US" b="0" i="1" smtClean="0">
                                        <a:solidFill>
                                          <a:schemeClr val="accent1">
                                            <a:lumMod val="75000"/>
                                          </a:schemeClr>
                                        </a:solidFill>
                                        <a:latin typeface="Cambria Math" panose="02040503050406030204" pitchFamily="18" charset="0"/>
                                      </a:rPr>
                                      <m:t>𝑟</m:t>
                                    </m:r>
                                  </m:sub>
                                </m:sSub>
                              </m:e>
                            </m:d>
                            <m:r>
                              <a:rPr lang="en-US" b="0" i="1" smtClean="0">
                                <a:solidFill>
                                  <a:schemeClr val="accent1">
                                    <a:lumMod val="75000"/>
                                  </a:schemeClr>
                                </a:solidFill>
                                <a:latin typeface="Cambria Math" panose="02040503050406030204" pitchFamily="18" charset="0"/>
                              </a:rPr>
                              <m:t>𝑃</m:t>
                            </m:r>
                            <m:r>
                              <a:rPr lang="en-US" b="0" i="1" smtClean="0">
                                <a:solidFill>
                                  <a:schemeClr val="accent1">
                                    <a:lumMod val="75000"/>
                                  </a:schemeClr>
                                </a:solidFill>
                                <a:latin typeface="Cambria Math" panose="02040503050406030204" pitchFamily="18" charset="0"/>
                              </a:rPr>
                              <m:t>(</m:t>
                            </m:r>
                            <m:r>
                              <a:rPr lang="en-US" b="1" i="1" smtClean="0">
                                <a:solidFill>
                                  <a:schemeClr val="accent1">
                                    <a:lumMod val="75000"/>
                                  </a:schemeClr>
                                </a:solidFill>
                                <a:latin typeface="Cambria Math" panose="02040503050406030204" pitchFamily="18" charset="0"/>
                              </a:rPr>
                              <m:t>𝒏</m:t>
                            </m:r>
                            <m:r>
                              <a:rPr lang="en-US" b="0" i="1" smtClean="0">
                                <a:solidFill>
                                  <a:schemeClr val="accent1">
                                    <a:lumMod val="75000"/>
                                  </a:schemeClr>
                                </a:solidFill>
                                <a:latin typeface="Cambria Math" panose="02040503050406030204" pitchFamily="18" charset="0"/>
                              </a:rPr>
                              <m:t>−</m:t>
                            </m:r>
                            <m:sSub>
                              <m:sSubPr>
                                <m:ctrlPr>
                                  <a:rPr lang="en-US" b="0" i="1" smtClean="0">
                                    <a:solidFill>
                                      <a:schemeClr val="accent1">
                                        <a:lumMod val="75000"/>
                                      </a:schemeClr>
                                    </a:solidFill>
                                    <a:latin typeface="Cambria Math" panose="02040503050406030204" pitchFamily="18" charset="0"/>
                                  </a:rPr>
                                </m:ctrlPr>
                              </m:sSubPr>
                              <m:e>
                                <m:r>
                                  <a:rPr lang="en-US" b="0" i="1" smtClean="0">
                                    <a:solidFill>
                                      <a:schemeClr val="accent1">
                                        <a:lumMod val="75000"/>
                                      </a:schemeClr>
                                    </a:solidFill>
                                    <a:latin typeface="Cambria Math" panose="02040503050406030204" pitchFamily="18" charset="0"/>
                                  </a:rPr>
                                  <m:t>𝑆</m:t>
                                </m:r>
                              </m:e>
                              <m:sub>
                                <m:r>
                                  <a:rPr lang="en-US" b="0" i="1" smtClean="0">
                                    <a:solidFill>
                                      <a:schemeClr val="accent1">
                                        <a:lumMod val="75000"/>
                                      </a:schemeClr>
                                    </a:solidFill>
                                    <a:latin typeface="Cambria Math" panose="02040503050406030204" pitchFamily="18" charset="0"/>
                                  </a:rPr>
                                  <m:t>𝑟</m:t>
                                </m:r>
                              </m:sub>
                            </m:sSub>
                            <m:r>
                              <a:rPr lang="en-US" b="0" i="1" smtClean="0">
                                <a:solidFill>
                                  <a:schemeClr val="accent1">
                                    <a:lumMod val="75000"/>
                                  </a:schemeClr>
                                </a:solidFill>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𝑡</m:t>
                            </m:r>
                            <m:r>
                              <a:rPr lang="en-US" b="0" i="1" smtClean="0">
                                <a:solidFill>
                                  <a:schemeClr val="accent1">
                                    <a:lumMod val="75000"/>
                                  </a:schemeClr>
                                </a:solidFill>
                                <a:latin typeface="Cambria Math" panose="02040503050406030204" pitchFamily="18" charset="0"/>
                              </a:rPr>
                              <m:t>)]</m:t>
                            </m:r>
                          </m:e>
                        </m:nary>
                      </m:oMath>
                    </m:oMathPara>
                  </a14:m>
                  <a:endParaRPr lang="en-US" dirty="0"/>
                </a:p>
              </p:txBody>
            </p:sp>
          </mc:Choice>
          <mc:Fallback xmlns="">
            <p:sp>
              <p:nvSpPr>
                <p:cNvPr id="11" name="TextBox 10">
                  <a:extLst>
                    <a:ext uri="{FF2B5EF4-FFF2-40B4-BE49-F238E27FC236}">
                      <a16:creationId xmlns:a16="http://schemas.microsoft.com/office/drawing/2014/main" id="{01C5896F-FDE3-264D-A212-68ED358B0E12}"/>
                    </a:ext>
                  </a:extLst>
                </p:cNvPr>
                <p:cNvSpPr txBox="1">
                  <a:spLocks noRot="1" noChangeAspect="1" noMove="1" noResize="1" noEditPoints="1" noAdjustHandles="1" noChangeArrowheads="1" noChangeShapeType="1" noTextEdit="1"/>
                </p:cNvSpPr>
                <p:nvPr/>
              </p:nvSpPr>
              <p:spPr>
                <a:xfrm>
                  <a:off x="3134555" y="4065550"/>
                  <a:ext cx="5641416" cy="777392"/>
                </a:xfrm>
                <a:prstGeom prst="rect">
                  <a:avLst/>
                </a:prstGeom>
                <a:blipFill>
                  <a:blip r:embed="rId4"/>
                  <a:stretch>
                    <a:fillRect l="-897" t="-109524" r="-1345" b="-171429"/>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3E7CEF5A-7307-6CB9-67CC-C6CC26FBD2BF}"/>
                </a:ext>
              </a:extLst>
            </p:cNvPr>
            <p:cNvSpPr txBox="1"/>
            <p:nvPr/>
          </p:nvSpPr>
          <p:spPr>
            <a:xfrm>
              <a:off x="6982338" y="3879006"/>
              <a:ext cx="1055915" cy="369332"/>
            </a:xfrm>
            <a:prstGeom prst="rect">
              <a:avLst/>
            </a:prstGeom>
            <a:noFill/>
          </p:spPr>
          <p:txBody>
            <a:bodyPr wrap="square">
              <a:spAutoFit/>
            </a:bodyPr>
            <a:lstStyle/>
            <a:p>
              <a:r>
                <a:rPr lang="en-US" altLang="zh-CN" dirty="0">
                  <a:solidFill>
                    <a:schemeClr val="accent1"/>
                  </a:solidFill>
                </a:rPr>
                <a:t>In-flow</a:t>
              </a:r>
              <a:endParaRPr lang="en-US" dirty="0">
                <a:solidFill>
                  <a:schemeClr val="accent1"/>
                </a:solidFill>
              </a:endParaRPr>
            </a:p>
          </p:txBody>
        </p:sp>
        <p:sp>
          <p:nvSpPr>
            <p:cNvPr id="9" name="TextBox 8">
              <a:extLst>
                <a:ext uri="{FF2B5EF4-FFF2-40B4-BE49-F238E27FC236}">
                  <a16:creationId xmlns:a16="http://schemas.microsoft.com/office/drawing/2014/main" id="{4422957D-F8F5-3B2A-63F0-F716E0C8E45D}"/>
                </a:ext>
              </a:extLst>
            </p:cNvPr>
            <p:cNvSpPr txBox="1"/>
            <p:nvPr/>
          </p:nvSpPr>
          <p:spPr>
            <a:xfrm>
              <a:off x="5040085" y="3880884"/>
              <a:ext cx="1055915" cy="369332"/>
            </a:xfrm>
            <a:prstGeom prst="rect">
              <a:avLst/>
            </a:prstGeom>
            <a:noFill/>
          </p:spPr>
          <p:txBody>
            <a:bodyPr wrap="square">
              <a:spAutoFit/>
            </a:bodyPr>
            <a:lstStyle/>
            <a:p>
              <a:r>
                <a:rPr lang="en-US" altLang="zh-CN" dirty="0">
                  <a:solidFill>
                    <a:srgbClr val="FF0000"/>
                  </a:solidFill>
                </a:rPr>
                <a:t>Out</a:t>
              </a:r>
              <a:r>
                <a:rPr lang="en-US" dirty="0">
                  <a:solidFill>
                    <a:srgbClr val="FF0000"/>
                  </a:solidFill>
                </a:rPr>
                <a:t>-flow</a:t>
              </a:r>
            </a:p>
          </p:txBody>
        </p:sp>
      </p:gr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A2DCF85-A0FD-0E01-862E-3679E9652F7B}"/>
                  </a:ext>
                </a:extLst>
              </p:cNvPr>
              <p:cNvSpPr txBox="1"/>
              <p:nvPr/>
            </p:nvSpPr>
            <p:spPr>
              <a:xfrm>
                <a:off x="10275028" y="5994870"/>
                <a:ext cx="12157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𝐷</m:t>
                          </m:r>
                        </m:sub>
                      </m:sSub>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𝜇</m:t>
                      </m:r>
                      <m:r>
                        <a:rPr lang="en-US" b="0" i="1" smtClean="0">
                          <a:latin typeface="Cambria Math" panose="02040503050406030204" pitchFamily="18" charset="0"/>
                          <a:ea typeface="Cambria Math" panose="02040503050406030204" pitchFamily="18" charset="0"/>
                        </a:rPr>
                        <m:t>𝑀</m:t>
                      </m:r>
                    </m:oMath>
                  </m:oMathPara>
                </a14:m>
                <a:endParaRPr lang="en-US" dirty="0"/>
              </a:p>
            </p:txBody>
          </p:sp>
        </mc:Choice>
        <mc:Fallback xmlns="">
          <p:sp>
            <p:nvSpPr>
              <p:cNvPr id="29" name="TextBox 28">
                <a:extLst>
                  <a:ext uri="{FF2B5EF4-FFF2-40B4-BE49-F238E27FC236}">
                    <a16:creationId xmlns:a16="http://schemas.microsoft.com/office/drawing/2014/main" id="{DA2DCF85-A0FD-0E01-862E-3679E9652F7B}"/>
                  </a:ext>
                </a:extLst>
              </p:cNvPr>
              <p:cNvSpPr txBox="1">
                <a:spLocks noRot="1" noChangeAspect="1" noMove="1" noResize="1" noEditPoints="1" noAdjustHandles="1" noChangeArrowheads="1" noChangeShapeType="1" noTextEdit="1"/>
              </p:cNvSpPr>
              <p:nvPr/>
            </p:nvSpPr>
            <p:spPr>
              <a:xfrm>
                <a:off x="10275028" y="5994870"/>
                <a:ext cx="1215729" cy="369332"/>
              </a:xfrm>
              <a:prstGeom prst="rect">
                <a:avLst/>
              </a:prstGeom>
              <a:blipFill>
                <a:blip r:embed="rId5"/>
                <a:stretch>
                  <a:fillRect r="-1042" b="-12903"/>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93A1997F-47E7-E0ED-647F-9FF7B1CD6878}"/>
              </a:ext>
            </a:extLst>
          </p:cNvPr>
          <p:cNvSpPr txBox="1"/>
          <p:nvPr/>
        </p:nvSpPr>
        <p:spPr>
          <a:xfrm>
            <a:off x="652461" y="1022243"/>
            <a:ext cx="10127156" cy="369332"/>
          </a:xfrm>
          <a:prstGeom prst="rect">
            <a:avLst/>
          </a:prstGeom>
          <a:noFill/>
        </p:spPr>
        <p:txBody>
          <a:bodyPr wrap="square">
            <a:spAutoFit/>
          </a:bodyPr>
          <a:lstStyle/>
          <a:p>
            <a:r>
              <a:rPr lang="en-US" sz="1800" b="1" dirty="0"/>
              <a:t>CME: Stochastic gene expression and complex formation with few particle numbers.</a:t>
            </a:r>
            <a:endParaRPr lang="en-US" b="1" dirty="0"/>
          </a:p>
        </p:txBody>
      </p:sp>
      <p:sp>
        <p:nvSpPr>
          <p:cNvPr id="14" name="TextBox 13">
            <a:extLst>
              <a:ext uri="{FF2B5EF4-FFF2-40B4-BE49-F238E27FC236}">
                <a16:creationId xmlns:a16="http://schemas.microsoft.com/office/drawing/2014/main" id="{2D4FE929-45C0-0977-DC5A-77A799047C63}"/>
              </a:ext>
            </a:extLst>
          </p:cNvPr>
          <p:cNvSpPr txBox="1"/>
          <p:nvPr/>
        </p:nvSpPr>
        <p:spPr>
          <a:xfrm>
            <a:off x="811133" y="4688445"/>
            <a:ext cx="2723823" cy="646331"/>
          </a:xfrm>
          <a:prstGeom prst="rect">
            <a:avLst/>
          </a:prstGeom>
          <a:noFill/>
        </p:spPr>
        <p:txBody>
          <a:bodyPr wrap="none" rtlCol="0">
            <a:spAutoFit/>
          </a:bodyPr>
          <a:lstStyle/>
          <a:p>
            <a:pPr algn="ctr"/>
            <a:r>
              <a:rPr lang="en-US" dirty="0"/>
              <a:t>Proxy promoter strength </a:t>
            </a:r>
            <a:br>
              <a:rPr lang="en-US" dirty="0"/>
            </a:br>
            <a:r>
              <a:rPr lang="en-US" dirty="0"/>
              <a:t>to enhance expression</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D911AB8-0DFB-4CA8-0FD4-F569DF0B8ABC}"/>
                  </a:ext>
                </a:extLst>
              </p:cNvPr>
              <p:cNvSpPr txBox="1"/>
              <p:nvPr/>
            </p:nvSpPr>
            <p:spPr>
              <a:xfrm>
                <a:off x="5591817" y="5096781"/>
                <a:ext cx="6130458" cy="9025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𝑣</m:t>
                          </m:r>
                        </m:e>
                        <m:sub>
                          <m:r>
                            <m:rPr>
                              <m:sty m:val="p"/>
                            </m:rPr>
                            <a:rPr lang="en-US" i="0">
                              <a:latin typeface="Cambria Math" panose="02040503050406030204" pitchFamily="18" charset="0"/>
                            </a:rPr>
                            <m:t>polymerization</m:t>
                          </m:r>
                        </m:sub>
                      </m:sSub>
                      <m:r>
                        <a:rPr lang="en-US" i="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85 </m:t>
                          </m:r>
                          <m:r>
                            <a:rPr lang="en-US" b="0" i="1" smtClean="0">
                              <a:latin typeface="Cambria Math" panose="02040503050406030204" pitchFamily="18" charset="0"/>
                            </a:rPr>
                            <m:t>𝑛𝑡</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baseline="30000" smtClean="0">
                              <a:latin typeface="Cambria Math" panose="02040503050406030204" pitchFamily="18" charset="0"/>
                            </a:rPr>
                            <m:t>1</m:t>
                          </m:r>
                        </m:num>
                        <m:den>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𝐷</m:t>
                                  </m:r>
                                  <m:r>
                                    <a:rPr lang="en-US" i="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𝐷</m:t>
                                  </m:r>
                                  <m:r>
                                    <a:rPr lang="en-US" i="0">
                                      <a:latin typeface="Cambria Math" panose="02040503050406030204" pitchFamily="18" charset="0"/>
                                    </a:rPr>
                                    <m:t>2</m:t>
                                  </m:r>
                                </m:sub>
                              </m:sSub>
                            </m:num>
                            <m:den>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𝑁𝑇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1</m:t>
                                      </m:r>
                                    </m:sub>
                                  </m:sSub>
                                </m:e>
                              </m:d>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𝑁𝑇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2</m:t>
                                      </m:r>
                                    </m:sub>
                                  </m:sSub>
                                </m:e>
                              </m:d>
                            </m:den>
                          </m:f>
                          <m:r>
                            <a:rPr lang="en-US" i="0">
                              <a:latin typeface="Cambria Math" panose="02040503050406030204" pitchFamily="18" charset="0"/>
                            </a:rPr>
                            <m:t>+</m:t>
                          </m:r>
                          <m:sSub>
                            <m:sSubPr>
                              <m:ctrlPr>
                                <a:rPr lang="en-US" i="1">
                                  <a:latin typeface="Cambria Math" panose="02040503050406030204" pitchFamily="18" charset="0"/>
                                </a:rPr>
                              </m:ctrlPr>
                            </m:sSubPr>
                            <m:e>
                              <m:r>
                                <m:rPr>
                                  <m:sty m:val="p"/>
                                </m:rPr>
                                <a:rPr lang="en-US" i="0">
                                  <a:latin typeface="Cambria Math" panose="02040503050406030204" pitchFamily="18" charset="0"/>
                                </a:rPr>
                                <m:t>Σ</m:t>
                              </m:r>
                            </m:e>
                            <m:sub>
                              <m:r>
                                <a:rPr lang="en-US" i="1">
                                  <a:latin typeface="Cambria Math" panose="02040503050406030204" pitchFamily="18" charset="0"/>
                                </a:rPr>
                                <m:t>𝑖</m:t>
                              </m:r>
                            </m:sub>
                          </m:sSub>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𝑖</m:t>
                                  </m:r>
                                </m:sub>
                              </m:sSub>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𝐷𝑖</m:t>
                                  </m:r>
                                </m:sub>
                              </m:sSub>
                            </m:num>
                            <m:den>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𝑁𝑇</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𝑖</m:t>
                                      </m:r>
                                    </m:sub>
                                  </m:sSub>
                                </m:e>
                              </m:d>
                            </m:den>
                          </m:f>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b="0" i="0" smtClean="0">
                                  <a:latin typeface="Cambria Math" panose="02040503050406030204" pitchFamily="18" charset="0"/>
                                </a:rPr>
                                <m:t>16</m:t>
                              </m:r>
                              <m:r>
                                <m:rPr>
                                  <m:sty m:val="p"/>
                                </m:rPr>
                                <a:rPr lang="en-US" b="0" i="0" smtClean="0">
                                  <a:latin typeface="Cambria Math" panose="02040503050406030204" pitchFamily="18" charset="0"/>
                                </a:rPr>
                                <m:t>S</m:t>
                              </m:r>
                              <m:r>
                                <a:rPr lang="en-US" b="0" i="0" smtClean="0">
                                  <a:latin typeface="Cambria Math" panose="02040503050406030204" pitchFamily="18" charset="0"/>
                                </a:rPr>
                                <m:t> </m:t>
                              </m:r>
                              <m:r>
                                <m:rPr>
                                  <m:sty m:val="p"/>
                                </m:rPr>
                                <a:rPr lang="en-US" b="0" i="0" smtClean="0">
                                  <a:latin typeface="Cambria Math" panose="02040503050406030204" pitchFamily="18" charset="0"/>
                                </a:rPr>
                                <m:t>rRNA</m:t>
                              </m:r>
                            </m:sub>
                          </m:sSub>
                          <m:r>
                            <a:rPr lang="en-US" i="0">
                              <a:latin typeface="Cambria Math" panose="02040503050406030204" pitchFamily="18" charset="0"/>
                            </a:rPr>
                            <m:t>−1</m:t>
                          </m:r>
                        </m:den>
                      </m:f>
                    </m:oMath>
                  </m:oMathPara>
                </a14:m>
                <a:endParaRPr lang="en-US" dirty="0">
                  <a:latin typeface="Arial" panose="020B0604020202020204" pitchFamily="34" charset="0"/>
                  <a:cs typeface="Arial" panose="020B0604020202020204" pitchFamily="34" charset="0"/>
                </a:endParaRPr>
              </a:p>
            </p:txBody>
          </p:sp>
        </mc:Choice>
        <mc:Fallback xmlns="">
          <p:sp>
            <p:nvSpPr>
              <p:cNvPr id="23" name="TextBox 22">
                <a:extLst>
                  <a:ext uri="{FF2B5EF4-FFF2-40B4-BE49-F238E27FC236}">
                    <a16:creationId xmlns:a16="http://schemas.microsoft.com/office/drawing/2014/main" id="{6D911AB8-0DFB-4CA8-0FD4-F569DF0B8ABC}"/>
                  </a:ext>
                </a:extLst>
              </p:cNvPr>
              <p:cNvSpPr txBox="1">
                <a:spLocks noRot="1" noChangeAspect="1" noMove="1" noResize="1" noEditPoints="1" noAdjustHandles="1" noChangeArrowheads="1" noChangeShapeType="1" noTextEdit="1"/>
              </p:cNvSpPr>
              <p:nvPr/>
            </p:nvSpPr>
            <p:spPr>
              <a:xfrm>
                <a:off x="5591817" y="5096781"/>
                <a:ext cx="6130458" cy="902555"/>
              </a:xfrm>
              <a:prstGeom prst="rect">
                <a:avLst/>
              </a:prstGeom>
              <a:blipFill>
                <a:blip r:embed="rId6"/>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5921E049-A426-F800-6D28-80CCD0EBB671}"/>
              </a:ext>
            </a:extLst>
          </p:cNvPr>
          <p:cNvSpPr txBox="1"/>
          <p:nvPr/>
        </p:nvSpPr>
        <p:spPr>
          <a:xfrm>
            <a:off x="456696" y="3181437"/>
            <a:ext cx="2788110" cy="646331"/>
          </a:xfrm>
          <a:prstGeom prst="rect">
            <a:avLst/>
          </a:prstGeom>
          <a:noFill/>
        </p:spPr>
        <p:txBody>
          <a:bodyPr wrap="square" rtlCol="0">
            <a:spAutoFit/>
          </a:bodyPr>
          <a:lstStyle/>
          <a:p>
            <a:pPr algn="ctr"/>
            <a:r>
              <a:rPr lang="en-US" b="1" dirty="0"/>
              <a:t>Transcription of</a:t>
            </a:r>
            <a:br>
              <a:rPr lang="en-US" b="1" dirty="0"/>
            </a:br>
            <a:r>
              <a:rPr lang="en-US" b="1" dirty="0"/>
              <a:t> 16S rRNA:</a:t>
            </a:r>
          </a:p>
        </p:txBody>
      </p:sp>
      <p:pic>
        <p:nvPicPr>
          <p:cNvPr id="26" name="Picture 25" descr="A diagram of dna sequence&#10;&#10;AI-generated content may be incorrect.">
            <a:extLst>
              <a:ext uri="{FF2B5EF4-FFF2-40B4-BE49-F238E27FC236}">
                <a16:creationId xmlns:a16="http://schemas.microsoft.com/office/drawing/2014/main" id="{B5BAE257-4FFF-AC36-ADBD-1817CC6EA1BF}"/>
              </a:ext>
            </a:extLst>
          </p:cNvPr>
          <p:cNvPicPr>
            <a:picLocks noChangeAspect="1"/>
          </p:cNvPicPr>
          <p:nvPr/>
        </p:nvPicPr>
        <p:blipFill>
          <a:blip r:embed="rId7">
            <a:extLst>
              <a:ext uri="{28A0092B-C50C-407E-A947-70E740481C1C}">
                <a14:useLocalDpi xmlns:a14="http://schemas.microsoft.com/office/drawing/2010/main" val="0"/>
              </a:ext>
            </a:extLst>
          </a:blip>
          <a:srcRect t="21213" b="18768"/>
          <a:stretch>
            <a:fillRect/>
          </a:stretch>
        </p:blipFill>
        <p:spPr>
          <a:xfrm>
            <a:off x="1171752" y="3112945"/>
            <a:ext cx="9000000" cy="3150999"/>
          </a:xfrm>
          <a:prstGeom prst="rect">
            <a:avLst/>
          </a:prstGeom>
        </p:spPr>
      </p:pic>
      <p:sp>
        <p:nvSpPr>
          <p:cNvPr id="27" name="TextBox 26">
            <a:extLst>
              <a:ext uri="{FF2B5EF4-FFF2-40B4-BE49-F238E27FC236}">
                <a16:creationId xmlns:a16="http://schemas.microsoft.com/office/drawing/2014/main" id="{34DFD1EE-4AC2-53A1-6463-C39EFEA162D9}"/>
              </a:ext>
            </a:extLst>
          </p:cNvPr>
          <p:cNvSpPr txBox="1"/>
          <p:nvPr/>
        </p:nvSpPr>
        <p:spPr>
          <a:xfrm>
            <a:off x="9511969" y="3319936"/>
            <a:ext cx="2180405" cy="369332"/>
          </a:xfrm>
          <a:prstGeom prst="rect">
            <a:avLst/>
          </a:prstGeom>
          <a:noFill/>
        </p:spPr>
        <p:txBody>
          <a:bodyPr wrap="none" rtlCol="0">
            <a:spAutoFit/>
          </a:bodyPr>
          <a:lstStyle/>
          <a:p>
            <a:r>
              <a:rPr lang="en-US" dirty="0"/>
              <a:t>Hofmeyr Rate Law</a:t>
            </a:r>
            <a:r>
              <a:rPr lang="en-US" baseline="30000" dirty="0"/>
              <a:t>2</a:t>
            </a:r>
          </a:p>
        </p:txBody>
      </p:sp>
      <p:sp>
        <p:nvSpPr>
          <p:cNvPr id="30" name="TextBox 29">
            <a:extLst>
              <a:ext uri="{FF2B5EF4-FFF2-40B4-BE49-F238E27FC236}">
                <a16:creationId xmlns:a16="http://schemas.microsoft.com/office/drawing/2014/main" id="{62649C3A-EB92-59CA-5E79-1696C1134D29}"/>
              </a:ext>
            </a:extLst>
          </p:cNvPr>
          <p:cNvSpPr txBox="1"/>
          <p:nvPr/>
        </p:nvSpPr>
        <p:spPr>
          <a:xfrm>
            <a:off x="101239" y="6328338"/>
            <a:ext cx="6867433" cy="461665"/>
          </a:xfrm>
          <a:prstGeom prst="rect">
            <a:avLst/>
          </a:prstGeom>
          <a:noFill/>
        </p:spPr>
        <p:txBody>
          <a:bodyPr wrap="square">
            <a:spAutoFit/>
          </a:bodyPr>
          <a:lstStyle/>
          <a:p>
            <a:r>
              <a:rPr lang="en-US" sz="1200" dirty="0"/>
              <a:t>1. Bremer, H. &amp; Dennis, P. P. </a:t>
            </a:r>
            <a:r>
              <a:rPr lang="en-US" sz="1200" i="1" dirty="0" err="1"/>
              <a:t>EcoSal</a:t>
            </a:r>
            <a:r>
              <a:rPr lang="en-US" sz="1200" i="1" dirty="0"/>
              <a:t> Plus</a:t>
            </a:r>
            <a:r>
              <a:rPr lang="en-US" sz="1200" dirty="0"/>
              <a:t> </a:t>
            </a:r>
            <a:r>
              <a:rPr lang="en-US" sz="1200" b="1" dirty="0"/>
              <a:t>3</a:t>
            </a:r>
            <a:r>
              <a:rPr lang="en-US" sz="1200" dirty="0"/>
              <a:t>, 10.1128/ecosal.5.2.3 (2008).</a:t>
            </a:r>
          </a:p>
          <a:p>
            <a:pPr>
              <a:buNone/>
            </a:pPr>
            <a:r>
              <a:rPr lang="en-US" sz="1200" dirty="0"/>
              <a:t>2. </a:t>
            </a:r>
            <a:r>
              <a:rPr lang="en-US" sz="1200" dirty="0">
                <a:effectLst/>
              </a:rPr>
              <a:t>Hofmeyr, J.-H. S., </a:t>
            </a:r>
            <a:r>
              <a:rPr lang="en-US" sz="1200" dirty="0" err="1">
                <a:effectLst/>
              </a:rPr>
              <a:t>Gqwaka</a:t>
            </a:r>
            <a:r>
              <a:rPr lang="en-US" sz="1200" dirty="0">
                <a:effectLst/>
              </a:rPr>
              <a:t>, O. P. C. &amp; Rohwer, J. M. </a:t>
            </a:r>
            <a:r>
              <a:rPr lang="en-US" sz="1200" i="1" dirty="0">
                <a:effectLst/>
              </a:rPr>
              <a:t>FEBS Letters</a:t>
            </a:r>
            <a:r>
              <a:rPr lang="en-US" sz="1200" dirty="0">
                <a:effectLst/>
              </a:rPr>
              <a:t> </a:t>
            </a:r>
            <a:r>
              <a:rPr lang="en-US" sz="1200" b="1" dirty="0">
                <a:effectLst/>
              </a:rPr>
              <a:t>587</a:t>
            </a:r>
            <a:r>
              <a:rPr lang="en-US" sz="1200" dirty="0">
                <a:effectLst/>
              </a:rPr>
              <a:t>, 2868–2875 (2013).</a:t>
            </a:r>
          </a:p>
        </p:txBody>
      </p:sp>
      <p:cxnSp>
        <p:nvCxnSpPr>
          <p:cNvPr id="32" name="Straight Connector 31">
            <a:extLst>
              <a:ext uri="{FF2B5EF4-FFF2-40B4-BE49-F238E27FC236}">
                <a16:creationId xmlns:a16="http://schemas.microsoft.com/office/drawing/2014/main" id="{7C249D7D-003B-C984-0040-B9D9137F5B0E}"/>
              </a:ext>
            </a:extLst>
          </p:cNvPr>
          <p:cNvCxnSpPr>
            <a:cxnSpLocks/>
          </p:cNvCxnSpPr>
          <p:nvPr/>
        </p:nvCxnSpPr>
        <p:spPr>
          <a:xfrm>
            <a:off x="456696" y="3072127"/>
            <a:ext cx="11535508"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10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14" grpId="0"/>
      <p:bldP spid="23" grpId="0"/>
      <p:bldP spid="25" grpId="0"/>
      <p:bldP spid="27" grpId="0"/>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F0B1-6F04-88DB-D4EA-7E2A2CBBCD4C}"/>
              </a:ext>
            </a:extLst>
          </p:cNvPr>
          <p:cNvSpPr>
            <a:spLocks noGrp="1"/>
          </p:cNvSpPr>
          <p:nvPr>
            <p:ph type="title"/>
          </p:nvPr>
        </p:nvSpPr>
        <p:spPr/>
        <p:txBody>
          <a:bodyPr>
            <a:normAutofit/>
          </a:bodyPr>
          <a:lstStyle/>
          <a:p>
            <a:r>
              <a:rPr lang="en-US" sz="2200" dirty="0"/>
              <a:t>Ordinary Differential Equation (ODE) for Metabolism</a:t>
            </a:r>
          </a:p>
        </p:txBody>
      </p:sp>
      <p:sp>
        <p:nvSpPr>
          <p:cNvPr id="3" name="Slide Number Placeholder 2">
            <a:extLst>
              <a:ext uri="{FF2B5EF4-FFF2-40B4-BE49-F238E27FC236}">
                <a16:creationId xmlns:a16="http://schemas.microsoft.com/office/drawing/2014/main" id="{05744660-9319-EDAE-EB27-260041BA69B4}"/>
              </a:ext>
            </a:extLst>
          </p:cNvPr>
          <p:cNvSpPr>
            <a:spLocks noGrp="1"/>
          </p:cNvSpPr>
          <p:nvPr>
            <p:ph type="sldNum" sz="quarter" idx="17"/>
          </p:nvPr>
        </p:nvSpPr>
        <p:spPr/>
        <p:txBody>
          <a:bodyPr/>
          <a:lstStyle/>
          <a:p>
            <a:fld id="{86134D44-37F0-44A1-8A08-E9432A030C07}" type="slidenum">
              <a:rPr lang="en-US" smtClean="0"/>
              <a:pPr/>
              <a:t>9</a:t>
            </a:fld>
            <a:endParaRPr lang="en-US" dirty="0"/>
          </a:p>
        </p:txBody>
      </p:sp>
      <p:sp>
        <p:nvSpPr>
          <p:cNvPr id="16" name="TextBox 15">
            <a:extLst>
              <a:ext uri="{FF2B5EF4-FFF2-40B4-BE49-F238E27FC236}">
                <a16:creationId xmlns:a16="http://schemas.microsoft.com/office/drawing/2014/main" id="{74C00059-1936-E19B-44EE-13823B9A925F}"/>
              </a:ext>
            </a:extLst>
          </p:cNvPr>
          <p:cNvSpPr txBox="1"/>
          <p:nvPr/>
        </p:nvSpPr>
        <p:spPr>
          <a:xfrm>
            <a:off x="652463" y="1390752"/>
            <a:ext cx="8005805" cy="369332"/>
          </a:xfrm>
          <a:prstGeom prst="rect">
            <a:avLst/>
          </a:prstGeom>
          <a:noFill/>
        </p:spPr>
        <p:txBody>
          <a:bodyPr wrap="square">
            <a:spAutoFit/>
          </a:bodyPr>
          <a:lstStyle/>
          <a:p>
            <a:r>
              <a:rPr lang="en-US" sz="1800" b="1" dirty="0"/>
              <a:t>ODE: Deterministic metabolism with high particle abundances in mM.</a:t>
            </a:r>
            <a:endParaRPr lang="en-US" b="1" dirty="0"/>
          </a:p>
        </p:txBody>
      </p:sp>
      <mc:AlternateContent xmlns:mc="http://schemas.openxmlformats.org/markup-compatibility/2006" xmlns:a14="http://schemas.microsoft.com/office/drawing/2010/main">
        <mc:Choice Requires="a14">
          <p:sp>
            <p:nvSpPr>
              <p:cNvPr id="17" name="TextBox 12">
                <a:extLst>
                  <a:ext uri="{FF2B5EF4-FFF2-40B4-BE49-F238E27FC236}">
                    <a16:creationId xmlns:a16="http://schemas.microsoft.com/office/drawing/2014/main" id="{51A4850F-81E5-17E6-8A37-F8E6D1179944}"/>
                  </a:ext>
                </a:extLst>
              </p:cNvPr>
              <p:cNvSpPr txBox="1"/>
              <p:nvPr/>
            </p:nvSpPr>
            <p:spPr>
              <a:xfrm>
                <a:off x="751389" y="1777399"/>
                <a:ext cx="884858" cy="525913"/>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𝑑</m:t>
                          </m:r>
                          <m:r>
                            <a:rPr lang="en-US" b="1" i="1" smtClean="0">
                              <a:latin typeface="Cambria Math" panose="02040503050406030204" pitchFamily="18" charset="0"/>
                            </a:rPr>
                            <m:t>𝒄</m:t>
                          </m:r>
                        </m:num>
                        <m:den>
                          <m:r>
                            <a:rPr lang="en-US" b="0" i="1" smtClean="0">
                              <a:latin typeface="Cambria Math" panose="02040503050406030204" pitchFamily="18" charset="0"/>
                            </a:rPr>
                            <m:t>𝑑𝑡</m:t>
                          </m:r>
                        </m:den>
                      </m:f>
                      <m:r>
                        <a:rPr lang="en-US" b="0" i="1" smtClean="0">
                          <a:latin typeface="Cambria Math" panose="02040503050406030204" pitchFamily="18" charset="0"/>
                        </a:rPr>
                        <m:t>=</m:t>
                      </m:r>
                      <m:r>
                        <a:rPr lang="en-US" b="1" i="1" smtClean="0">
                          <a:latin typeface="Cambria Math" panose="02040503050406030204" pitchFamily="18" charset="0"/>
                        </a:rPr>
                        <m:t>𝑺𝒗</m:t>
                      </m:r>
                    </m:oMath>
                  </m:oMathPara>
                </a14:m>
                <a:endParaRPr lang="en-US" b="1" dirty="0"/>
              </a:p>
            </p:txBody>
          </p:sp>
        </mc:Choice>
        <mc:Fallback xmlns="">
          <p:sp>
            <p:nvSpPr>
              <p:cNvPr id="17" name="TextBox 12">
                <a:extLst>
                  <a:ext uri="{FF2B5EF4-FFF2-40B4-BE49-F238E27FC236}">
                    <a16:creationId xmlns:a16="http://schemas.microsoft.com/office/drawing/2014/main" id="{51A4850F-81E5-17E6-8A37-F8E6D1179944}"/>
                  </a:ext>
                </a:extLst>
              </p:cNvPr>
              <p:cNvSpPr txBox="1">
                <a:spLocks noRot="1" noChangeAspect="1" noMove="1" noResize="1" noEditPoints="1" noAdjustHandles="1" noChangeArrowheads="1" noChangeShapeType="1" noTextEdit="1"/>
              </p:cNvSpPr>
              <p:nvPr/>
            </p:nvSpPr>
            <p:spPr>
              <a:xfrm>
                <a:off x="751389" y="1777399"/>
                <a:ext cx="884858" cy="525913"/>
              </a:xfrm>
              <a:prstGeom prst="rect">
                <a:avLst/>
              </a:prstGeom>
              <a:blipFill>
                <a:blip r:embed="rId3"/>
                <a:stretch>
                  <a:fillRect l="-5714" t="-4762" r="-4286"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3">
                <a:extLst>
                  <a:ext uri="{FF2B5EF4-FFF2-40B4-BE49-F238E27FC236}">
                    <a16:creationId xmlns:a16="http://schemas.microsoft.com/office/drawing/2014/main" id="{3D8749F4-3036-1448-FF92-5A943BD3E61A}"/>
                  </a:ext>
                </a:extLst>
              </p:cNvPr>
              <p:cNvSpPr txBox="1"/>
              <p:nvPr/>
            </p:nvSpPr>
            <p:spPr>
              <a:xfrm>
                <a:off x="7589934" y="1863439"/>
                <a:ext cx="3763866" cy="64633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Concentration </a:t>
                </a: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𝒄</m:t>
                        </m:r>
                      </m:e>
                      <m:sub>
                        <m:r>
                          <a:rPr lang="en-US" b="0" i="1" smtClean="0">
                            <a:latin typeface="Cambria Math" panose="02040503050406030204" pitchFamily="18" charset="0"/>
                          </a:rPr>
                          <m:t>𝑚</m:t>
                        </m:r>
                        <m:r>
                          <a:rPr lang="en-US" b="0" i="1" smtClean="0">
                            <a:latin typeface="Cambria Math" panose="02040503050406030204" pitchFamily="18" charset="0"/>
                            <a:ea typeface="Cambria Math" panose="02040503050406030204" pitchFamily="18" charset="0"/>
                          </a:rPr>
                          <m:t>×1</m:t>
                        </m:r>
                      </m:sub>
                    </m:sSub>
                  </m:oMath>
                </a14:m>
                <a:r>
                  <a:rPr lang="en-US" dirty="0"/>
                  <a:t>, Flux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i="1">
                            <a:latin typeface="Cambria Math" panose="02040503050406030204" pitchFamily="18" charset="0"/>
                          </a:rPr>
                          <m:t>𝑟</m:t>
                        </m:r>
                        <m:r>
                          <a:rPr lang="en-US" i="1">
                            <a:latin typeface="Cambria Math" panose="02040503050406030204" pitchFamily="18" charset="0"/>
                            <a:ea typeface="Cambria Math" panose="02040503050406030204" pitchFamily="18" charset="0"/>
                          </a:rPr>
                          <m:t>×1</m:t>
                        </m:r>
                      </m:sub>
                    </m:sSub>
                  </m:oMath>
                </a14:m>
                <a:r>
                  <a:rPr lang="en-US" altLang="zh-CN" dirty="0"/>
                  <a:t>,</a:t>
                </a:r>
                <a:r>
                  <a:rPr lang="zh-CN" altLang="en-US" dirty="0"/>
                  <a:t> </a:t>
                </a:r>
                <a:r>
                  <a:rPr lang="en-US" altLang="zh-CN" dirty="0"/>
                  <a:t>and</a:t>
                </a:r>
                <a:r>
                  <a:rPr lang="zh-CN" altLang="en-US" dirty="0"/>
                  <a:t> </a:t>
                </a:r>
                <a:r>
                  <a:rPr lang="en-US" dirty="0"/>
                  <a:t>Stoichiometric Matrix </a:t>
                </a:r>
                <a14:m>
                  <m:oMath xmlns:m="http://schemas.openxmlformats.org/officeDocument/2006/math">
                    <m:sSub>
                      <m:sSubPr>
                        <m:ctrlPr>
                          <a:rPr lang="en-US" b="1" i="1" dirty="0" smtClean="0">
                            <a:latin typeface="Cambria Math" panose="02040503050406030204" pitchFamily="18" charset="0"/>
                          </a:rPr>
                        </m:ctrlPr>
                      </m:sSubPr>
                      <m:e>
                        <m:r>
                          <a:rPr lang="en-US" b="1" i="1" dirty="0" smtClean="0">
                            <a:latin typeface="Cambria Math" panose="02040503050406030204" pitchFamily="18" charset="0"/>
                          </a:rPr>
                          <m:t>𝑺</m:t>
                        </m:r>
                      </m:e>
                      <m:sub>
                        <m:r>
                          <a:rPr lang="en-US" b="0" i="1" dirty="0" smtClean="0">
                            <a:latin typeface="Cambria Math" panose="02040503050406030204" pitchFamily="18" charset="0"/>
                          </a:rPr>
                          <m:t>𝑚</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𝑟</m:t>
                        </m:r>
                      </m:sub>
                    </m:sSub>
                  </m:oMath>
                </a14:m>
                <a:endParaRPr lang="en-US" b="1" dirty="0"/>
              </a:p>
            </p:txBody>
          </p:sp>
        </mc:Choice>
        <mc:Fallback xmlns="">
          <p:sp>
            <p:nvSpPr>
              <p:cNvPr id="18" name="TextBox 13">
                <a:extLst>
                  <a:ext uri="{FF2B5EF4-FFF2-40B4-BE49-F238E27FC236}">
                    <a16:creationId xmlns:a16="http://schemas.microsoft.com/office/drawing/2014/main" id="{3D8749F4-3036-1448-FF92-5A943BD3E61A}"/>
                  </a:ext>
                </a:extLst>
              </p:cNvPr>
              <p:cNvSpPr txBox="1">
                <a:spLocks noRot="1" noChangeAspect="1" noMove="1" noResize="1" noEditPoints="1" noAdjustHandles="1" noChangeArrowheads="1" noChangeShapeType="1" noTextEdit="1"/>
              </p:cNvSpPr>
              <p:nvPr/>
            </p:nvSpPr>
            <p:spPr>
              <a:xfrm>
                <a:off x="7589934" y="1863439"/>
                <a:ext cx="3763866" cy="646331"/>
              </a:xfrm>
              <a:prstGeom prst="rect">
                <a:avLst/>
              </a:prstGeom>
              <a:blipFill>
                <a:blip r:embed="rId4"/>
                <a:stretch>
                  <a:fillRect l="-1342" t="-3846" r="-1007"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5">
                <a:extLst>
                  <a:ext uri="{FF2B5EF4-FFF2-40B4-BE49-F238E27FC236}">
                    <a16:creationId xmlns:a16="http://schemas.microsoft.com/office/drawing/2014/main" id="{9220F36F-33AE-7995-F90C-C9534BE40712}"/>
                  </a:ext>
                </a:extLst>
              </p:cNvPr>
              <p:cNvSpPr txBox="1"/>
              <p:nvPr/>
            </p:nvSpPr>
            <p:spPr>
              <a:xfrm>
                <a:off x="751389" y="2625834"/>
                <a:ext cx="1387559" cy="276999"/>
              </a:xfrm>
              <a:prstGeom prst="rect">
                <a:avLst/>
              </a:prstGeom>
              <a:noFill/>
            </p:spPr>
            <p:txBody>
              <a:bodyPr wrap="non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𝒗</m:t>
                          </m:r>
                        </m:e>
                        <m:sub>
                          <m:r>
                            <a:rPr lang="en-US" b="1" i="1" smtClean="0">
                              <a:latin typeface="Cambria Math" panose="02040503050406030204" pitchFamily="18" charset="0"/>
                            </a:rPr>
                            <m:t>𝒊</m:t>
                          </m:r>
                        </m:sub>
                      </m:sSub>
                      <m:r>
                        <a:rPr lang="en-US" b="1"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1" i="1" smtClean="0">
                          <a:latin typeface="Cambria Math" panose="02040503050406030204" pitchFamily="18" charset="0"/>
                        </a:rPr>
                        <m:t>𝒄</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𝑲</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m:oMathPara>
                </a14:m>
                <a:endParaRPr lang="en-US" b="1" dirty="0"/>
              </a:p>
            </p:txBody>
          </p:sp>
        </mc:Choice>
        <mc:Fallback xmlns="">
          <p:sp>
            <p:nvSpPr>
              <p:cNvPr id="19" name="TextBox 15">
                <a:extLst>
                  <a:ext uri="{FF2B5EF4-FFF2-40B4-BE49-F238E27FC236}">
                    <a16:creationId xmlns:a16="http://schemas.microsoft.com/office/drawing/2014/main" id="{9220F36F-33AE-7995-F90C-C9534BE40712}"/>
                  </a:ext>
                </a:extLst>
              </p:cNvPr>
              <p:cNvSpPr txBox="1">
                <a:spLocks noRot="1" noChangeAspect="1" noMove="1" noResize="1" noEditPoints="1" noAdjustHandles="1" noChangeArrowheads="1" noChangeShapeType="1" noTextEdit="1"/>
              </p:cNvSpPr>
              <p:nvPr/>
            </p:nvSpPr>
            <p:spPr>
              <a:xfrm>
                <a:off x="751389" y="2625834"/>
                <a:ext cx="1387559" cy="276999"/>
              </a:xfrm>
              <a:prstGeom prst="rect">
                <a:avLst/>
              </a:prstGeom>
              <a:blipFill>
                <a:blip r:embed="rId5"/>
                <a:stretch>
                  <a:fillRect l="-1818" r="-5455" b="-39130"/>
                </a:stretch>
              </a:blipFill>
            </p:spPr>
            <p:txBody>
              <a:bodyPr/>
              <a:lstStyle/>
              <a:p>
                <a:r>
                  <a:rPr lang="en-US">
                    <a:noFill/>
                  </a:rPr>
                  <a:t> </a:t>
                </a:r>
              </a:p>
            </p:txBody>
          </p:sp>
        </mc:Fallback>
      </mc:AlternateContent>
      <p:sp>
        <p:nvSpPr>
          <p:cNvPr id="20" name="TextBox 16">
            <a:extLst>
              <a:ext uri="{FF2B5EF4-FFF2-40B4-BE49-F238E27FC236}">
                <a16:creationId xmlns:a16="http://schemas.microsoft.com/office/drawing/2014/main" id="{B1EDA867-7572-8156-C71B-693692302257}"/>
              </a:ext>
            </a:extLst>
          </p:cNvPr>
          <p:cNvSpPr txBox="1"/>
          <p:nvPr/>
        </p:nvSpPr>
        <p:spPr>
          <a:xfrm>
            <a:off x="2857665" y="2328175"/>
            <a:ext cx="3462806" cy="92333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t>Convenience rate law</a:t>
            </a:r>
            <a:r>
              <a:rPr lang="en-US" altLang="zh-CN" baseline="30000" dirty="0"/>
              <a:t>1</a:t>
            </a:r>
            <a:br>
              <a:rPr lang="en-US" dirty="0"/>
            </a:br>
            <a:r>
              <a:rPr lang="en-US" dirty="0"/>
              <a:t>Kinetic parameters in BRENDA</a:t>
            </a:r>
            <a:r>
              <a:rPr lang="en-US" altLang="zh-CN" baseline="30000" dirty="0"/>
              <a:t>2</a:t>
            </a:r>
          </a:p>
          <a:p>
            <a:pPr algn="r"/>
            <a:r>
              <a:rPr lang="en-US" dirty="0"/>
              <a:t>Gibbs free energy analysis</a:t>
            </a:r>
            <a:r>
              <a:rPr lang="en-US" baseline="30000" dirty="0"/>
              <a:t>3</a:t>
            </a:r>
          </a:p>
        </p:txBody>
      </p:sp>
      <p:sp>
        <p:nvSpPr>
          <p:cNvPr id="21" name="TextBox 25">
            <a:extLst>
              <a:ext uri="{FF2B5EF4-FFF2-40B4-BE49-F238E27FC236}">
                <a16:creationId xmlns:a16="http://schemas.microsoft.com/office/drawing/2014/main" id="{8260AF2E-E89F-CB61-F8FB-F5DA618A5876}"/>
              </a:ext>
            </a:extLst>
          </p:cNvPr>
          <p:cNvSpPr txBox="1"/>
          <p:nvPr/>
        </p:nvSpPr>
        <p:spPr>
          <a:xfrm>
            <a:off x="2669086" y="1871980"/>
            <a:ext cx="365138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dirty="0"/>
              <a:t>Time evolution of </a:t>
            </a:r>
            <a:r>
              <a:rPr lang="en-US" b="1" dirty="0"/>
              <a:t>concentrations</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256957D-BF96-4FD2-A70E-BD00B240A197}"/>
                  </a:ext>
                </a:extLst>
              </p:cNvPr>
              <p:cNvSpPr txBox="1"/>
              <p:nvPr/>
            </p:nvSpPr>
            <p:spPr>
              <a:xfrm>
                <a:off x="8487223" y="2671393"/>
                <a:ext cx="1938352" cy="6704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𝑐𝑜𝑢𝑛𝑡</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𝐴</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𝑠𝑦𝑠𝑡𝑒𝑚</m:t>
                              </m:r>
                            </m:sub>
                          </m:sSub>
                        </m:den>
                      </m:f>
                    </m:oMath>
                  </m:oMathPara>
                </a14:m>
                <a:endParaRPr lang="en-US" dirty="0"/>
              </a:p>
            </p:txBody>
          </p:sp>
        </mc:Choice>
        <mc:Fallback xmlns="">
          <p:sp>
            <p:nvSpPr>
              <p:cNvPr id="24" name="TextBox 23">
                <a:extLst>
                  <a:ext uri="{FF2B5EF4-FFF2-40B4-BE49-F238E27FC236}">
                    <a16:creationId xmlns:a16="http://schemas.microsoft.com/office/drawing/2014/main" id="{0256957D-BF96-4FD2-A70E-BD00B240A197}"/>
                  </a:ext>
                </a:extLst>
              </p:cNvPr>
              <p:cNvSpPr txBox="1">
                <a:spLocks noRot="1" noChangeAspect="1" noMove="1" noResize="1" noEditPoints="1" noAdjustHandles="1" noChangeArrowheads="1" noChangeShapeType="1" noTextEdit="1"/>
              </p:cNvSpPr>
              <p:nvPr/>
            </p:nvSpPr>
            <p:spPr>
              <a:xfrm>
                <a:off x="8487223" y="2671393"/>
                <a:ext cx="1938352" cy="670440"/>
              </a:xfrm>
              <a:prstGeom prst="rect">
                <a:avLst/>
              </a:prstGeom>
              <a:blipFill>
                <a:blip r:embed="rId6"/>
                <a:stretch>
                  <a:fillRect b="-3704"/>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63390743-14A9-2A0B-12FB-94FD4E742964}"/>
              </a:ext>
            </a:extLst>
          </p:cNvPr>
          <p:cNvSpPr txBox="1"/>
          <p:nvPr/>
        </p:nvSpPr>
        <p:spPr>
          <a:xfrm>
            <a:off x="162325" y="6380842"/>
            <a:ext cx="8908799" cy="461665"/>
          </a:xfrm>
          <a:prstGeom prst="rect">
            <a:avLst/>
          </a:prstGeom>
          <a:noFill/>
        </p:spPr>
        <p:txBody>
          <a:bodyPr wrap="square">
            <a:spAutoFit/>
          </a:bodyPr>
          <a:lstStyle/>
          <a:p>
            <a:r>
              <a:rPr lang="en-US" altLang="zh-CN" sz="1200" dirty="0"/>
              <a:t>1.</a:t>
            </a:r>
            <a:r>
              <a:rPr lang="zh-CN" altLang="en-US" sz="1200" dirty="0"/>
              <a:t> </a:t>
            </a:r>
            <a:r>
              <a:rPr lang="en-US" sz="1200" dirty="0" err="1"/>
              <a:t>Liebermeister</a:t>
            </a:r>
            <a:r>
              <a:rPr lang="en-US" sz="1200" dirty="0"/>
              <a:t>, W. &amp; Klipp, </a:t>
            </a:r>
            <a:r>
              <a:rPr lang="en-US" sz="1200" dirty="0" err="1"/>
              <a:t>E.</a:t>
            </a:r>
            <a:r>
              <a:rPr lang="en-US" sz="1200" i="1" dirty="0" err="1"/>
              <a:t>Theoretical</a:t>
            </a:r>
            <a:r>
              <a:rPr lang="en-US" sz="1200" i="1" dirty="0"/>
              <a:t> Biology and Medical Modelling</a:t>
            </a:r>
            <a:r>
              <a:rPr lang="en-US" sz="1200" dirty="0"/>
              <a:t> </a:t>
            </a:r>
            <a:r>
              <a:rPr lang="en-US" sz="1200" b="1" dirty="0"/>
              <a:t>3</a:t>
            </a:r>
            <a:r>
              <a:rPr lang="en-US" sz="1200" dirty="0"/>
              <a:t>, 41 (2006).</a:t>
            </a:r>
          </a:p>
          <a:p>
            <a:r>
              <a:rPr lang="en-US" altLang="zh-CN" sz="1200" dirty="0">
                <a:effectLst/>
              </a:rPr>
              <a:t>2.</a:t>
            </a:r>
            <a:r>
              <a:rPr lang="zh-CN" altLang="en-US" sz="1200" dirty="0">
                <a:effectLst/>
              </a:rPr>
              <a:t> </a:t>
            </a:r>
            <a:r>
              <a:rPr lang="en-US" sz="1200" dirty="0">
                <a:effectLst/>
              </a:rPr>
              <a:t>Chang, A. </a:t>
            </a:r>
            <a:r>
              <a:rPr lang="en-US" sz="1200" i="1" dirty="0">
                <a:effectLst/>
              </a:rPr>
              <a:t>et al.</a:t>
            </a:r>
            <a:r>
              <a:rPr lang="en-US" sz="1200" dirty="0">
                <a:effectLst/>
              </a:rPr>
              <a:t> </a:t>
            </a:r>
            <a:r>
              <a:rPr lang="en-US" sz="1200" i="1" dirty="0">
                <a:effectLst/>
              </a:rPr>
              <a:t>Nucleic Acids Research</a:t>
            </a:r>
            <a:r>
              <a:rPr lang="en-US" sz="1200" dirty="0">
                <a:effectLst/>
              </a:rPr>
              <a:t> </a:t>
            </a:r>
            <a:r>
              <a:rPr lang="en-US" sz="1200" b="1" dirty="0">
                <a:effectLst/>
              </a:rPr>
              <a:t>49</a:t>
            </a:r>
            <a:r>
              <a:rPr lang="en-US" sz="1200" dirty="0">
                <a:effectLst/>
              </a:rPr>
              <a:t>, D498–D508 (2021). </a:t>
            </a:r>
            <a:r>
              <a:rPr lang="en-US" sz="1200" dirty="0"/>
              <a:t>3. </a:t>
            </a:r>
            <a:r>
              <a:rPr lang="en-US" sz="1200" dirty="0">
                <a:latin typeface="Arial" panose="020B0604020202020204" pitchFamily="34" charset="0"/>
                <a:cs typeface="Arial" panose="020B0604020202020204" pitchFamily="34" charset="0"/>
              </a:rPr>
              <a:t>Thornburg, Z. R. </a:t>
            </a:r>
            <a:r>
              <a:rPr lang="en-US" sz="1200" i="1" dirty="0">
                <a:latin typeface="Arial" panose="020B0604020202020204" pitchFamily="34" charset="0"/>
                <a:cs typeface="Arial" panose="020B0604020202020204" pitchFamily="34" charset="0"/>
              </a:rPr>
              <a:t>et al</a:t>
            </a:r>
            <a:r>
              <a:rPr lang="en-US" sz="1200" dirty="0">
                <a:latin typeface="Arial" panose="020B0604020202020204" pitchFamily="34" charset="0"/>
                <a:cs typeface="Arial" panose="020B0604020202020204" pitchFamily="34" charset="0"/>
              </a:rPr>
              <a:t>. </a:t>
            </a:r>
            <a:r>
              <a:rPr lang="en-US" sz="1200" i="1" dirty="0">
                <a:latin typeface="Arial" panose="020B0604020202020204" pitchFamily="34" charset="0"/>
                <a:cs typeface="Arial" panose="020B0604020202020204" pitchFamily="34" charset="0"/>
              </a:rPr>
              <a:t>Cell</a:t>
            </a:r>
            <a:r>
              <a:rPr lang="en-US" sz="1200" dirty="0">
                <a:latin typeface="Arial" panose="020B0604020202020204" pitchFamily="34" charset="0"/>
                <a:cs typeface="Arial" panose="020B0604020202020204" pitchFamily="34" charset="0"/>
              </a:rPr>
              <a:t> </a:t>
            </a:r>
            <a:r>
              <a:rPr lang="en-US" sz="1200" b="1" dirty="0">
                <a:latin typeface="Arial" panose="020B0604020202020204" pitchFamily="34" charset="0"/>
                <a:cs typeface="Arial" panose="020B0604020202020204" pitchFamily="34" charset="0"/>
              </a:rPr>
              <a:t>185</a:t>
            </a:r>
            <a:r>
              <a:rPr lang="en-US" sz="1200" dirty="0">
                <a:latin typeface="Arial" panose="020B0604020202020204" pitchFamily="34" charset="0"/>
                <a:cs typeface="Arial" panose="020B0604020202020204" pitchFamily="34" charset="0"/>
              </a:rPr>
              <a:t>, 345-360.e28 (2022); </a:t>
            </a:r>
            <a:endParaRPr lang="en-US" sz="1200" dirty="0">
              <a:effectLst/>
            </a:endParaRPr>
          </a:p>
        </p:txBody>
      </p:sp>
      <p:pic>
        <p:nvPicPr>
          <p:cNvPr id="7" name="Picture 6" descr="convenience rate law">
            <a:extLst>
              <a:ext uri="{FF2B5EF4-FFF2-40B4-BE49-F238E27FC236}">
                <a16:creationId xmlns:a16="http://schemas.microsoft.com/office/drawing/2014/main" id="{2E1833AD-750C-98EE-1BDD-1E7E0A205A8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4506195"/>
            <a:ext cx="7620000" cy="14732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4">
            <a:extLst>
              <a:ext uri="{FF2B5EF4-FFF2-40B4-BE49-F238E27FC236}">
                <a16:creationId xmlns:a16="http://schemas.microsoft.com/office/drawing/2014/main" id="{E4DF3063-BD0D-F7F4-4D5C-5FA5394E367D}"/>
              </a:ext>
            </a:extLst>
          </p:cNvPr>
          <p:cNvSpPr txBox="1"/>
          <p:nvPr/>
        </p:nvSpPr>
        <p:spPr>
          <a:xfrm>
            <a:off x="652463" y="3429000"/>
            <a:ext cx="6098146" cy="92333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dirty="0"/>
              <a:t>Convenience Rate Law: </a:t>
            </a:r>
          </a:p>
          <a:p>
            <a:pPr marL="742950" lvl="1" indent="-285750">
              <a:buFont typeface="Arial" panose="020B0604020202020204" pitchFamily="34" charset="0"/>
              <a:buChar char="•"/>
            </a:pPr>
            <a:r>
              <a:rPr lang="en-US" dirty="0"/>
              <a:t>Arbitrary binding order of substrates and products.</a:t>
            </a:r>
          </a:p>
          <a:p>
            <a:pPr marL="742950" lvl="1" indent="-285750">
              <a:buFont typeface="Arial" panose="020B0604020202020204" pitchFamily="34" charset="0"/>
              <a:buChar char="•"/>
            </a:pPr>
            <a:r>
              <a:rPr lang="en-US" dirty="0"/>
              <a:t>Conversion step is rate-limiting.</a:t>
            </a:r>
          </a:p>
        </p:txBody>
      </p:sp>
    </p:spTree>
    <p:extLst>
      <p:ext uri="{BB962C8B-B14F-4D97-AF65-F5344CB8AC3E}">
        <p14:creationId xmlns:p14="http://schemas.microsoft.com/office/powerpoint/2010/main" val="82055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B6589-5DDC-1D2A-C809-4915D75DFA61}"/>
              </a:ext>
            </a:extLst>
          </p:cNvPr>
          <p:cNvSpPr>
            <a:spLocks noGrp="1"/>
          </p:cNvSpPr>
          <p:nvPr>
            <p:ph type="title"/>
          </p:nvPr>
        </p:nvSpPr>
        <p:spPr/>
        <p:txBody>
          <a:bodyPr/>
          <a:lstStyle/>
          <a:p>
            <a:r>
              <a:rPr lang="en-US" dirty="0"/>
              <a:t>Cell Growth and Gene Expression</a:t>
            </a:r>
          </a:p>
        </p:txBody>
      </p:sp>
      <p:sp>
        <p:nvSpPr>
          <p:cNvPr id="3" name="Slide Number Placeholder 2">
            <a:extLst>
              <a:ext uri="{FF2B5EF4-FFF2-40B4-BE49-F238E27FC236}">
                <a16:creationId xmlns:a16="http://schemas.microsoft.com/office/drawing/2014/main" id="{A9F19989-4E82-E27F-595C-9B4656059D4C}"/>
              </a:ext>
            </a:extLst>
          </p:cNvPr>
          <p:cNvSpPr>
            <a:spLocks noGrp="1"/>
          </p:cNvSpPr>
          <p:nvPr>
            <p:ph type="sldNum" sz="quarter" idx="17"/>
          </p:nvPr>
        </p:nvSpPr>
        <p:spPr/>
        <p:txBody>
          <a:bodyPr/>
          <a:lstStyle/>
          <a:p>
            <a:fld id="{86134D44-37F0-44A1-8A08-E9432A030C07}" type="slidenum">
              <a:rPr lang="en-US" smtClean="0"/>
              <a:pPr/>
              <a:t>10</a:t>
            </a:fld>
            <a:endParaRPr lang="en-US" dirty="0"/>
          </a:p>
        </p:txBody>
      </p:sp>
      <p:sp>
        <p:nvSpPr>
          <p:cNvPr id="10" name="TextBox 9">
            <a:extLst>
              <a:ext uri="{FF2B5EF4-FFF2-40B4-BE49-F238E27FC236}">
                <a16:creationId xmlns:a16="http://schemas.microsoft.com/office/drawing/2014/main" id="{54390DEA-7A4C-AE71-7DF9-489C7AF8F11F}"/>
              </a:ext>
            </a:extLst>
          </p:cNvPr>
          <p:cNvSpPr txBox="1"/>
          <p:nvPr/>
        </p:nvSpPr>
        <p:spPr>
          <a:xfrm>
            <a:off x="1406449" y="1266715"/>
            <a:ext cx="1620957"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Cell Growth</a:t>
            </a:r>
          </a:p>
        </p:txBody>
      </p:sp>
      <p:sp>
        <p:nvSpPr>
          <p:cNvPr id="11" name="TextBox 10">
            <a:extLst>
              <a:ext uri="{FF2B5EF4-FFF2-40B4-BE49-F238E27FC236}">
                <a16:creationId xmlns:a16="http://schemas.microsoft.com/office/drawing/2014/main" id="{EA244DFA-E60E-758E-E24F-1BD7991A40FB}"/>
              </a:ext>
            </a:extLst>
          </p:cNvPr>
          <p:cNvSpPr txBox="1"/>
          <p:nvPr/>
        </p:nvSpPr>
        <p:spPr>
          <a:xfrm>
            <a:off x="325185" y="5553275"/>
            <a:ext cx="4102405" cy="646331"/>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Sphere to dumbbell to two spheres.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Cell cycle of </a:t>
            </a:r>
            <a:r>
              <a:rPr lang="en-US" b="1" dirty="0">
                <a:latin typeface="Arial" panose="020B0604020202020204" pitchFamily="34" charset="0"/>
                <a:cs typeface="Arial" panose="020B0604020202020204" pitchFamily="34" charset="0"/>
              </a:rPr>
              <a:t>102</a:t>
            </a:r>
            <a:r>
              <a:rPr lang="en-US" dirty="0">
                <a:latin typeface="Arial" panose="020B0604020202020204" pitchFamily="34" charset="0"/>
                <a:cs typeface="Arial" panose="020B0604020202020204" pitchFamily="34" charset="0"/>
              </a:rPr>
              <a:t> min.</a:t>
            </a:r>
          </a:p>
        </p:txBody>
      </p:sp>
      <p:sp>
        <p:nvSpPr>
          <p:cNvPr id="13" name="TextBox 12">
            <a:extLst>
              <a:ext uri="{FF2B5EF4-FFF2-40B4-BE49-F238E27FC236}">
                <a16:creationId xmlns:a16="http://schemas.microsoft.com/office/drawing/2014/main" id="{CDAF3336-AFF4-2410-AFAE-52AE8A9F7F48}"/>
              </a:ext>
            </a:extLst>
          </p:cNvPr>
          <p:cNvSpPr txBox="1"/>
          <p:nvPr/>
        </p:nvSpPr>
        <p:spPr>
          <a:xfrm>
            <a:off x="4920839" y="1176336"/>
            <a:ext cx="2350323"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Protein Synthesis</a:t>
            </a:r>
          </a:p>
        </p:txBody>
      </p:sp>
      <p:sp>
        <p:nvSpPr>
          <p:cNvPr id="14" name="TextBox 13">
            <a:extLst>
              <a:ext uri="{FF2B5EF4-FFF2-40B4-BE49-F238E27FC236}">
                <a16:creationId xmlns:a16="http://schemas.microsoft.com/office/drawing/2014/main" id="{63F6E724-0506-9B0B-2AED-FCA1CE754EF4}"/>
              </a:ext>
            </a:extLst>
          </p:cNvPr>
          <p:cNvSpPr txBox="1"/>
          <p:nvPr/>
        </p:nvSpPr>
        <p:spPr>
          <a:xfrm>
            <a:off x="4222942" y="5553275"/>
            <a:ext cx="4294830" cy="646331"/>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mRNA birth and degradation.</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One mRNA translated into 6 proteins.</a:t>
            </a:r>
          </a:p>
        </p:txBody>
      </p:sp>
      <p:sp>
        <p:nvSpPr>
          <p:cNvPr id="18" name="TextBox 17">
            <a:extLst>
              <a:ext uri="{FF2B5EF4-FFF2-40B4-BE49-F238E27FC236}">
                <a16:creationId xmlns:a16="http://schemas.microsoft.com/office/drawing/2014/main" id="{C56512B7-AFF4-6213-5A1C-B9BC141391F6}"/>
              </a:ext>
            </a:extLst>
          </p:cNvPr>
          <p:cNvSpPr txBox="1"/>
          <p:nvPr/>
        </p:nvSpPr>
        <p:spPr>
          <a:xfrm>
            <a:off x="9164595" y="1199318"/>
            <a:ext cx="2550698" cy="400110"/>
          </a:xfrm>
          <a:prstGeom prst="rect">
            <a:avLst/>
          </a:prstGeom>
          <a:noFill/>
        </p:spPr>
        <p:txBody>
          <a:bodyPr wrap="none" rtlCol="0">
            <a:spAutoFit/>
          </a:bodyPr>
          <a:lstStyle/>
          <a:p>
            <a:r>
              <a:rPr lang="en-US" sz="2000" b="1" dirty="0">
                <a:latin typeface="Arial" panose="020B0604020202020204" pitchFamily="34" charset="0"/>
                <a:cs typeface="Arial" panose="020B0604020202020204" pitchFamily="34" charset="0"/>
              </a:rPr>
              <a:t>Doubling Proteome</a:t>
            </a:r>
          </a:p>
        </p:txBody>
      </p:sp>
      <p:sp>
        <p:nvSpPr>
          <p:cNvPr id="19" name="TextBox 18">
            <a:extLst>
              <a:ext uri="{FF2B5EF4-FFF2-40B4-BE49-F238E27FC236}">
                <a16:creationId xmlns:a16="http://schemas.microsoft.com/office/drawing/2014/main" id="{6BF4EA1B-5848-2FFF-48DF-CD36DD0C5AFE}"/>
              </a:ext>
            </a:extLst>
          </p:cNvPr>
          <p:cNvSpPr txBox="1"/>
          <p:nvPr/>
        </p:nvSpPr>
        <p:spPr>
          <a:xfrm>
            <a:off x="8304686" y="5553274"/>
            <a:ext cx="3833101" cy="646331"/>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Crucial for cell division.</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Constrained</a:t>
            </a:r>
            <a:r>
              <a:rPr lang="en-US" dirty="0">
                <a:latin typeface="Arial" panose="020B0604020202020204" pitchFamily="34" charset="0"/>
                <a:cs typeface="Arial" panose="020B0604020202020204" pitchFamily="34" charset="0"/>
              </a:rPr>
              <a:t> complex formation.</a:t>
            </a:r>
          </a:p>
        </p:txBody>
      </p:sp>
      <p:pic>
        <p:nvPicPr>
          <p:cNvPr id="8" name="Picture 7" descr="A graph of a line graph&#10;&#10;AI-generated content may be incorrect.">
            <a:extLst>
              <a:ext uri="{FF2B5EF4-FFF2-40B4-BE49-F238E27FC236}">
                <a16:creationId xmlns:a16="http://schemas.microsoft.com/office/drawing/2014/main" id="{620DC9C5-5326-3E1F-514E-2435B4321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004" y="1698682"/>
            <a:ext cx="3960000" cy="3960000"/>
          </a:xfrm>
          <a:prstGeom prst="rect">
            <a:avLst/>
          </a:prstGeom>
        </p:spPr>
      </p:pic>
      <p:pic>
        <p:nvPicPr>
          <p:cNvPr id="15" name="Picture 14" descr="A graph of a protein synthesis&#10;&#10;AI-generated content may be incorrect.">
            <a:extLst>
              <a:ext uri="{FF2B5EF4-FFF2-40B4-BE49-F238E27FC236}">
                <a16:creationId xmlns:a16="http://schemas.microsoft.com/office/drawing/2014/main" id="{5194CDB7-C7CB-1E14-3ECE-2A99612959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16821" y="1698682"/>
            <a:ext cx="3960000" cy="3960000"/>
          </a:xfrm>
          <a:prstGeom prst="rect">
            <a:avLst/>
          </a:prstGeom>
        </p:spPr>
      </p:pic>
      <p:pic>
        <p:nvPicPr>
          <p:cNvPr id="16" name="Picture 15" descr="A graph with numbers and a black background&#10;&#10;AI-generated content may be incorrect.">
            <a:extLst>
              <a:ext uri="{FF2B5EF4-FFF2-40B4-BE49-F238E27FC236}">
                <a16:creationId xmlns:a16="http://schemas.microsoft.com/office/drawing/2014/main" id="{1DB71497-ECD9-5C31-6A4E-D1300BA797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68638" y="1698682"/>
            <a:ext cx="3960000" cy="3960000"/>
          </a:xfrm>
          <a:prstGeom prst="rect">
            <a:avLst/>
          </a:prstGeom>
        </p:spPr>
      </p:pic>
      <p:grpSp>
        <p:nvGrpSpPr>
          <p:cNvPr id="7" name="Group 6">
            <a:extLst>
              <a:ext uri="{FF2B5EF4-FFF2-40B4-BE49-F238E27FC236}">
                <a16:creationId xmlns:a16="http://schemas.microsoft.com/office/drawing/2014/main" id="{99314D2E-1C93-E794-421C-B7072C42F777}"/>
              </a:ext>
            </a:extLst>
          </p:cNvPr>
          <p:cNvGrpSpPr/>
          <p:nvPr/>
        </p:nvGrpSpPr>
        <p:grpSpPr>
          <a:xfrm>
            <a:off x="131923" y="1666825"/>
            <a:ext cx="8294678" cy="369332"/>
            <a:chOff x="131923" y="1666825"/>
            <a:chExt cx="8294678" cy="369332"/>
          </a:xfrm>
        </p:grpSpPr>
        <p:sp>
          <p:nvSpPr>
            <p:cNvPr id="4" name="TextBox 3">
              <a:extLst>
                <a:ext uri="{FF2B5EF4-FFF2-40B4-BE49-F238E27FC236}">
                  <a16:creationId xmlns:a16="http://schemas.microsoft.com/office/drawing/2014/main" id="{9299C7A9-BEE0-E3B6-5F10-E4923C1B643B}"/>
                </a:ext>
              </a:extLst>
            </p:cNvPr>
            <p:cNvSpPr txBox="1"/>
            <p:nvPr/>
          </p:nvSpPr>
          <p:spPr>
            <a:xfrm>
              <a:off x="131923" y="1666825"/>
              <a:ext cx="466794"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(a)</a:t>
              </a:r>
            </a:p>
          </p:txBody>
        </p:sp>
        <p:sp>
          <p:nvSpPr>
            <p:cNvPr id="5" name="TextBox 4">
              <a:extLst>
                <a:ext uri="{FF2B5EF4-FFF2-40B4-BE49-F238E27FC236}">
                  <a16:creationId xmlns:a16="http://schemas.microsoft.com/office/drawing/2014/main" id="{4526FB78-2363-B852-360C-40C09636D589}"/>
                </a:ext>
              </a:extLst>
            </p:cNvPr>
            <p:cNvSpPr txBox="1"/>
            <p:nvPr/>
          </p:nvSpPr>
          <p:spPr>
            <a:xfrm>
              <a:off x="4231456" y="1666825"/>
              <a:ext cx="479618"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(b)</a:t>
              </a:r>
            </a:p>
          </p:txBody>
        </p:sp>
        <p:sp>
          <p:nvSpPr>
            <p:cNvPr id="6" name="TextBox 5">
              <a:extLst>
                <a:ext uri="{FF2B5EF4-FFF2-40B4-BE49-F238E27FC236}">
                  <a16:creationId xmlns:a16="http://schemas.microsoft.com/office/drawing/2014/main" id="{FB443731-0480-822A-EBC0-AE3C1A826ABE}"/>
                </a:ext>
              </a:extLst>
            </p:cNvPr>
            <p:cNvSpPr txBox="1"/>
            <p:nvPr/>
          </p:nvSpPr>
          <p:spPr>
            <a:xfrm>
              <a:off x="7959807" y="1666825"/>
              <a:ext cx="466794"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(c)</a:t>
              </a:r>
            </a:p>
          </p:txBody>
        </p:sp>
      </p:grpSp>
      <p:sp>
        <p:nvSpPr>
          <p:cNvPr id="9" name="Oval 8">
            <a:extLst>
              <a:ext uri="{FF2B5EF4-FFF2-40B4-BE49-F238E27FC236}">
                <a16:creationId xmlns:a16="http://schemas.microsoft.com/office/drawing/2014/main" id="{1CAFEE60-723B-2C73-7A88-88F6F0F58D14}"/>
              </a:ext>
            </a:extLst>
          </p:cNvPr>
          <p:cNvSpPr>
            <a:spLocks noChangeAspect="1"/>
          </p:cNvSpPr>
          <p:nvPr/>
        </p:nvSpPr>
        <p:spPr>
          <a:xfrm>
            <a:off x="946026" y="4539361"/>
            <a:ext cx="359149" cy="36000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dirty="0">
                <a:solidFill>
                  <a:schemeClr val="tx1"/>
                </a:solidFill>
                <a:latin typeface="Arial" panose="020B0604020202020204" pitchFamily="34" charset="0"/>
                <a:ea typeface="+mn-lt"/>
                <a:cs typeface="Arial" panose="020B0604020202020204" pitchFamily="34" charset="0"/>
              </a:rPr>
              <a:t>V</a:t>
            </a:r>
          </a:p>
        </p:txBody>
      </p:sp>
      <p:sp>
        <p:nvSpPr>
          <p:cNvPr id="12" name="Oval 11">
            <a:extLst>
              <a:ext uri="{FF2B5EF4-FFF2-40B4-BE49-F238E27FC236}">
                <a16:creationId xmlns:a16="http://schemas.microsoft.com/office/drawing/2014/main" id="{4B27E8CD-CEAE-7757-7718-6F6B901F3E3B}"/>
              </a:ext>
            </a:extLst>
          </p:cNvPr>
          <p:cNvSpPr>
            <a:spLocks noChangeAspect="1"/>
          </p:cNvSpPr>
          <p:nvPr/>
        </p:nvSpPr>
        <p:spPr>
          <a:xfrm>
            <a:off x="2376387" y="3678682"/>
            <a:ext cx="538723" cy="54000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dirty="0">
                <a:solidFill>
                  <a:schemeClr val="tx1"/>
                </a:solidFill>
                <a:latin typeface="Arial" panose="020B0604020202020204" pitchFamily="34" charset="0"/>
                <a:ea typeface="+mn-lt"/>
                <a:cs typeface="Arial" panose="020B0604020202020204" pitchFamily="34" charset="0"/>
              </a:rPr>
              <a:t>2V</a:t>
            </a:r>
          </a:p>
        </p:txBody>
      </p:sp>
      <p:sp>
        <p:nvSpPr>
          <p:cNvPr id="17" name="Oval 16">
            <a:extLst>
              <a:ext uri="{FF2B5EF4-FFF2-40B4-BE49-F238E27FC236}">
                <a16:creationId xmlns:a16="http://schemas.microsoft.com/office/drawing/2014/main" id="{B410D8C6-5DE2-843B-EA0A-E0A3C68C241C}"/>
              </a:ext>
            </a:extLst>
          </p:cNvPr>
          <p:cNvSpPr>
            <a:spLocks noChangeAspect="1"/>
          </p:cNvSpPr>
          <p:nvPr/>
        </p:nvSpPr>
        <p:spPr>
          <a:xfrm>
            <a:off x="3115668" y="3069000"/>
            <a:ext cx="359149" cy="36000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dirty="0">
                <a:solidFill>
                  <a:schemeClr val="tx1"/>
                </a:solidFill>
                <a:latin typeface="Arial" panose="020B0604020202020204" pitchFamily="34" charset="0"/>
                <a:ea typeface="+mn-lt"/>
                <a:cs typeface="Arial" panose="020B0604020202020204" pitchFamily="34" charset="0"/>
              </a:rPr>
              <a:t>V</a:t>
            </a:r>
          </a:p>
        </p:txBody>
      </p:sp>
      <p:sp>
        <p:nvSpPr>
          <p:cNvPr id="20" name="Oval 19">
            <a:extLst>
              <a:ext uri="{FF2B5EF4-FFF2-40B4-BE49-F238E27FC236}">
                <a16:creationId xmlns:a16="http://schemas.microsoft.com/office/drawing/2014/main" id="{6BBFCE4B-5EC3-60D0-3816-0D22E25BF75C}"/>
              </a:ext>
            </a:extLst>
          </p:cNvPr>
          <p:cNvSpPr>
            <a:spLocks noChangeAspect="1"/>
          </p:cNvSpPr>
          <p:nvPr/>
        </p:nvSpPr>
        <p:spPr>
          <a:xfrm>
            <a:off x="3546067" y="2837471"/>
            <a:ext cx="359149" cy="36000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dirty="0">
                <a:solidFill>
                  <a:schemeClr val="tx1"/>
                </a:solidFill>
                <a:latin typeface="Arial" panose="020B0604020202020204" pitchFamily="34" charset="0"/>
                <a:ea typeface="+mn-lt"/>
                <a:cs typeface="Arial" panose="020B0604020202020204" pitchFamily="34" charset="0"/>
              </a:rPr>
              <a:t>V</a:t>
            </a:r>
          </a:p>
        </p:txBody>
      </p:sp>
      <p:cxnSp>
        <p:nvCxnSpPr>
          <p:cNvPr id="23" name="Straight Connector 22">
            <a:extLst>
              <a:ext uri="{FF2B5EF4-FFF2-40B4-BE49-F238E27FC236}">
                <a16:creationId xmlns:a16="http://schemas.microsoft.com/office/drawing/2014/main" id="{BDC822AA-998E-CF01-E0BC-32AEDA6FA6E3}"/>
              </a:ext>
            </a:extLst>
          </p:cNvPr>
          <p:cNvCxnSpPr/>
          <p:nvPr/>
        </p:nvCxnSpPr>
        <p:spPr>
          <a:xfrm>
            <a:off x="3510442" y="2826325"/>
            <a:ext cx="0" cy="64800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5A9D9DC-0F92-A0C9-4ABD-E632E5C7CA64}"/>
              </a:ext>
            </a:extLst>
          </p:cNvPr>
          <p:cNvCxnSpPr>
            <a:cxnSpLocks noChangeAspect="1"/>
          </p:cNvCxnSpPr>
          <p:nvPr/>
        </p:nvCxnSpPr>
        <p:spPr>
          <a:xfrm>
            <a:off x="10508566" y="2166029"/>
            <a:ext cx="0" cy="2733332"/>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3283084"/>
      </p:ext>
    </p:extLst>
  </p:cSld>
  <p:clrMapOvr>
    <a:masterClrMapping/>
  </p:clrMapOvr>
</p:sld>
</file>

<file path=ppt/theme/theme1.xml><?xml version="1.0" encoding="utf-8"?>
<a:theme xmlns:a="http://schemas.openxmlformats.org/drawingml/2006/main" name="Office Theme">
  <a:themeElements>
    <a:clrScheme name="SMB PPT ORANGE">
      <a:dk1>
        <a:srgbClr val="000000"/>
      </a:dk1>
      <a:lt1>
        <a:srgbClr val="FFFFFF"/>
      </a:lt1>
      <a:dk2>
        <a:srgbClr val="13294B"/>
      </a:dk2>
      <a:lt2>
        <a:srgbClr val="FF5F05"/>
      </a:lt2>
      <a:accent1>
        <a:srgbClr val="0071CE"/>
      </a:accent1>
      <a:accent2>
        <a:srgbClr val="FCB316"/>
      </a:accent2>
      <a:accent3>
        <a:srgbClr val="007E8E"/>
      </a:accent3>
      <a:accent4>
        <a:srgbClr val="006230"/>
      </a:accent4>
      <a:accent5>
        <a:srgbClr val="5C0E41"/>
      </a:accent5>
      <a:accent6>
        <a:srgbClr val="7D3E13"/>
      </a:accent6>
      <a:hlink>
        <a:srgbClr val="C84113"/>
      </a:hlink>
      <a:folHlink>
        <a:srgbClr val="2159A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MB PowerPoint Template V4" id="{B3CBA2D6-773F-894A-97CE-392945FF435E}" vid="{C086EF9A-8907-304D-A9A1-B52FE47F12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65855</TotalTime>
  <Words>2787</Words>
  <Application>Microsoft Macintosh PowerPoint</Application>
  <PresentationFormat>Widescreen</PresentationFormat>
  <Paragraphs>187</Paragraphs>
  <Slides>10</Slides>
  <Notes>10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 Math</vt:lpstr>
      <vt:lpstr>Courier New</vt:lpstr>
      <vt:lpstr>Office Theme</vt:lpstr>
      <vt:lpstr>PowerPoint Presentation</vt:lpstr>
      <vt:lpstr>CME-ODE WCM Tutorial Outline</vt:lpstr>
      <vt:lpstr>Integrative Whole-Cell Modeling (WCM)</vt:lpstr>
      <vt:lpstr>Synthetic Minimal Cell – JCVI-Syn3A as Model Organism</vt:lpstr>
      <vt:lpstr>Whole-Cell Model of a Minimal Cell, JCVI-Syn3A</vt:lpstr>
      <vt:lpstr>Cellular Processes in the WCM of Syn3A</vt:lpstr>
      <vt:lpstr>Hybrid Stochastic-Deterministic CME-ODE Algorithm</vt:lpstr>
      <vt:lpstr>Chemical Master Equation (CME) for Gene Expression and Complex Formation</vt:lpstr>
      <vt:lpstr>Ordinary Differential Equation (ODE) for Metabolism</vt:lpstr>
      <vt:lpstr>Cell Growth and Gene Expression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 Bryan</dc:creator>
  <cp:lastModifiedBy>Fu, Enguang</cp:lastModifiedBy>
  <cp:revision>2</cp:revision>
  <dcterms:created xsi:type="dcterms:W3CDTF">2022-06-14T14:37:32Z</dcterms:created>
  <dcterms:modified xsi:type="dcterms:W3CDTF">2026-07-16T01:19:53Z</dcterms:modified>
</cp:coreProperties>
</file>